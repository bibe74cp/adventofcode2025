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9"/>
  </p:notesMasterIdLst>
  <p:sldIdLst>
    <p:sldId id="256" r:id="rId2"/>
    <p:sldId id="337" r:id="rId3"/>
    <p:sldId id="268" r:id="rId4"/>
    <p:sldId id="320" r:id="rId5"/>
    <p:sldId id="323" r:id="rId6"/>
    <p:sldId id="324" r:id="rId7"/>
    <p:sldId id="321" r:id="rId8"/>
    <p:sldId id="325" r:id="rId9"/>
    <p:sldId id="327" r:id="rId10"/>
    <p:sldId id="326" r:id="rId11"/>
    <p:sldId id="328" r:id="rId12"/>
    <p:sldId id="329" r:id="rId13"/>
    <p:sldId id="330" r:id="rId14"/>
    <p:sldId id="331" r:id="rId15"/>
    <p:sldId id="332" r:id="rId16"/>
    <p:sldId id="333" r:id="rId17"/>
    <p:sldId id="336" r:id="rId18"/>
    <p:sldId id="334" r:id="rId19"/>
    <p:sldId id="335" r:id="rId20"/>
    <p:sldId id="264" r:id="rId21"/>
    <p:sldId id="338" r:id="rId22"/>
    <p:sldId id="339" r:id="rId23"/>
    <p:sldId id="340" r:id="rId24"/>
    <p:sldId id="341" r:id="rId25"/>
    <p:sldId id="342" r:id="rId26"/>
    <p:sldId id="343" r:id="rId27"/>
    <p:sldId id="344" r:id="rId28"/>
  </p:sldIdLst>
  <p:sldSz cx="9144000" cy="5143500" type="screen16x9"/>
  <p:notesSz cx="6858000" cy="9144000"/>
  <p:embeddedFontLst>
    <p:embeddedFont>
      <p:font typeface="Anonymous Pro" panose="020B0604020202020204" charset="0"/>
      <p:regular r:id="rId30"/>
      <p:bold r:id="rId31"/>
      <p:italic r:id="rId32"/>
      <p:boldItalic r:id="rId33"/>
    </p:embeddedFont>
    <p:embeddedFont>
      <p:font typeface="Barlow Condensed" panose="00000506000000000000" pitchFamily="2" charset="0"/>
      <p:regular r:id="rId34"/>
      <p:bold r:id="rId35"/>
      <p:italic r:id="rId36"/>
      <p:boldItalic r:id="rId37"/>
    </p:embeddedFont>
    <p:embeddedFont>
      <p:font typeface="Barlow Condensed Light" panose="00000406000000000000" pitchFamily="2" charset="0"/>
      <p:regular r:id="rId38"/>
      <p:bold r:id="rId39"/>
      <p:italic r:id="rId40"/>
      <p:boldItalic r:id="rId41"/>
    </p:embeddedFont>
    <p:embeddedFont>
      <p:font typeface="Barlow Condensed Medium" panose="00000606000000000000" pitchFamily="2" charset="0"/>
      <p:regular r:id="rId42"/>
      <p:bold r:id="rId43"/>
      <p:italic r:id="rId44"/>
      <p:boldItalic r:id="rId45"/>
    </p:embeddedFont>
    <p:embeddedFont>
      <p:font typeface="Barlow Condensed SemiBold" panose="00000706000000000000" pitchFamily="2" charset="0"/>
      <p:regular r:id="rId46"/>
      <p:bold r:id="rId47"/>
      <p:italic r:id="rId48"/>
      <p:boldItalic r:id="rId49"/>
    </p:embeddedFont>
    <p:embeddedFont>
      <p:font typeface="Comic Mono" pitchFamily="1" charset="0"/>
      <p:regular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95" d="100"/>
          <a:sy n="195" d="100"/>
        </p:scale>
        <p:origin x="150" y="21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0" Type="http://schemas.openxmlformats.org/officeDocument/2006/relationships/font" Target="fonts/font2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font" Target="fonts/font19.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12.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49" Type="http://schemas.openxmlformats.org/officeDocument/2006/relationships/font" Target="fonts/font2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6f04004207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6f0400420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ACB6EC3A-710D-2EB8-5761-9DE804AF590A}"/>
            </a:ext>
          </a:extLst>
        </p:cNvPr>
        <p:cNvGrpSpPr/>
        <p:nvPr/>
      </p:nvGrpSpPr>
      <p:grpSpPr>
        <a:xfrm>
          <a:off x="0" y="0"/>
          <a:ext cx="0" cy="0"/>
          <a:chOff x="0" y="0"/>
          <a:chExt cx="0" cy="0"/>
        </a:xfrm>
      </p:grpSpPr>
      <p:sp>
        <p:nvSpPr>
          <p:cNvPr id="116" name="Google Shape;116;g18d9829d3aa_0_49:notes">
            <a:extLst>
              <a:ext uri="{FF2B5EF4-FFF2-40B4-BE49-F238E27FC236}">
                <a16:creationId xmlns:a16="http://schemas.microsoft.com/office/drawing/2014/main" id="{06737FE2-3D6D-F5C8-B863-D41AEC1ED0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a:extLst>
              <a:ext uri="{FF2B5EF4-FFF2-40B4-BE49-F238E27FC236}">
                <a16:creationId xmlns:a16="http://schemas.microsoft.com/office/drawing/2014/main" id="{9995FC8C-1A56-D3D6-6135-97E4E4035A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3903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18d9829d3aa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5621D8C9-1D54-805C-5917-90697A484167}"/>
            </a:ext>
          </a:extLst>
        </p:cNvPr>
        <p:cNvGrpSpPr/>
        <p:nvPr/>
      </p:nvGrpSpPr>
      <p:grpSpPr>
        <a:xfrm>
          <a:off x="0" y="0"/>
          <a:ext cx="0" cy="0"/>
          <a:chOff x="0" y="0"/>
          <a:chExt cx="0" cy="0"/>
        </a:xfrm>
      </p:grpSpPr>
      <p:sp>
        <p:nvSpPr>
          <p:cNvPr id="116" name="Google Shape;116;g18d9829d3aa_0_49:notes">
            <a:extLst>
              <a:ext uri="{FF2B5EF4-FFF2-40B4-BE49-F238E27FC236}">
                <a16:creationId xmlns:a16="http://schemas.microsoft.com/office/drawing/2014/main" id="{16FE960E-403C-F11C-B6A0-8D8F834F70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a:extLst>
              <a:ext uri="{FF2B5EF4-FFF2-40B4-BE49-F238E27FC236}">
                <a16:creationId xmlns:a16="http://schemas.microsoft.com/office/drawing/2014/main" id="{6DD2D069-EFBB-5547-1EF1-B967E053A2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0383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4E34E44F-5CD9-F1C4-AD31-BE31E43C4CA5}"/>
            </a:ext>
          </a:extLst>
        </p:cNvPr>
        <p:cNvGrpSpPr/>
        <p:nvPr/>
      </p:nvGrpSpPr>
      <p:grpSpPr>
        <a:xfrm>
          <a:off x="0" y="0"/>
          <a:ext cx="0" cy="0"/>
          <a:chOff x="0" y="0"/>
          <a:chExt cx="0" cy="0"/>
        </a:xfrm>
      </p:grpSpPr>
      <p:sp>
        <p:nvSpPr>
          <p:cNvPr id="116" name="Google Shape;116;g18d9829d3aa_0_49:notes">
            <a:extLst>
              <a:ext uri="{FF2B5EF4-FFF2-40B4-BE49-F238E27FC236}">
                <a16:creationId xmlns:a16="http://schemas.microsoft.com/office/drawing/2014/main" id="{3AF40ECE-337C-81D6-0321-02C564D3AE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a:extLst>
              <a:ext uri="{FF2B5EF4-FFF2-40B4-BE49-F238E27FC236}">
                <a16:creationId xmlns:a16="http://schemas.microsoft.com/office/drawing/2014/main" id="{0D2E6BE1-B3F9-5C58-D554-641D4D55E7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8258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E6028863-30A0-B690-2178-014DAA0CA0E0}"/>
            </a:ext>
          </a:extLst>
        </p:cNvPr>
        <p:cNvGrpSpPr/>
        <p:nvPr/>
      </p:nvGrpSpPr>
      <p:grpSpPr>
        <a:xfrm>
          <a:off x="0" y="0"/>
          <a:ext cx="0" cy="0"/>
          <a:chOff x="0" y="0"/>
          <a:chExt cx="0" cy="0"/>
        </a:xfrm>
      </p:grpSpPr>
      <p:sp>
        <p:nvSpPr>
          <p:cNvPr id="116" name="Google Shape;116;g18d9829d3aa_0_49:notes">
            <a:extLst>
              <a:ext uri="{FF2B5EF4-FFF2-40B4-BE49-F238E27FC236}">
                <a16:creationId xmlns:a16="http://schemas.microsoft.com/office/drawing/2014/main" id="{A07D33A1-563D-E857-17A5-B4BD07AE93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a:extLst>
              <a:ext uri="{FF2B5EF4-FFF2-40B4-BE49-F238E27FC236}">
                <a16:creationId xmlns:a16="http://schemas.microsoft.com/office/drawing/2014/main" id="{43B487FD-0B6D-560E-ABD8-22426F54C1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86061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DAEB04A6-4164-51C9-C0AA-0899A55EE1D9}"/>
            </a:ext>
          </a:extLst>
        </p:cNvPr>
        <p:cNvGrpSpPr/>
        <p:nvPr/>
      </p:nvGrpSpPr>
      <p:grpSpPr>
        <a:xfrm>
          <a:off x="0" y="0"/>
          <a:ext cx="0" cy="0"/>
          <a:chOff x="0" y="0"/>
          <a:chExt cx="0" cy="0"/>
        </a:xfrm>
      </p:grpSpPr>
      <p:sp>
        <p:nvSpPr>
          <p:cNvPr id="116" name="Google Shape;116;g18d9829d3aa_0_49:notes">
            <a:extLst>
              <a:ext uri="{FF2B5EF4-FFF2-40B4-BE49-F238E27FC236}">
                <a16:creationId xmlns:a16="http://schemas.microsoft.com/office/drawing/2014/main" id="{41BB236C-5DBE-2B63-1EC9-FE0F22F3EF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a:extLst>
              <a:ext uri="{FF2B5EF4-FFF2-40B4-BE49-F238E27FC236}">
                <a16:creationId xmlns:a16="http://schemas.microsoft.com/office/drawing/2014/main" id="{C8730FC1-51FB-A7FF-D933-8CDEF19320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7112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B13FD1AC-66A7-720A-487C-2C5D651E683F}"/>
            </a:ext>
          </a:extLst>
        </p:cNvPr>
        <p:cNvGrpSpPr/>
        <p:nvPr/>
      </p:nvGrpSpPr>
      <p:grpSpPr>
        <a:xfrm>
          <a:off x="0" y="0"/>
          <a:ext cx="0" cy="0"/>
          <a:chOff x="0" y="0"/>
          <a:chExt cx="0" cy="0"/>
        </a:xfrm>
      </p:grpSpPr>
      <p:sp>
        <p:nvSpPr>
          <p:cNvPr id="116" name="Google Shape;116;g18d9829d3aa_0_49:notes">
            <a:extLst>
              <a:ext uri="{FF2B5EF4-FFF2-40B4-BE49-F238E27FC236}">
                <a16:creationId xmlns:a16="http://schemas.microsoft.com/office/drawing/2014/main" id="{B33E3B7D-8B52-0497-ABA0-A015196356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a:extLst>
              <a:ext uri="{FF2B5EF4-FFF2-40B4-BE49-F238E27FC236}">
                <a16:creationId xmlns:a16="http://schemas.microsoft.com/office/drawing/2014/main" id="{DFABD318-BF87-6AE9-39D0-0F76A79EAD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20004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7FEDFF3B-9F0F-E5A9-78AA-A3790717960E}"/>
            </a:ext>
          </a:extLst>
        </p:cNvPr>
        <p:cNvGrpSpPr/>
        <p:nvPr/>
      </p:nvGrpSpPr>
      <p:grpSpPr>
        <a:xfrm>
          <a:off x="0" y="0"/>
          <a:ext cx="0" cy="0"/>
          <a:chOff x="0" y="0"/>
          <a:chExt cx="0" cy="0"/>
        </a:xfrm>
      </p:grpSpPr>
      <p:sp>
        <p:nvSpPr>
          <p:cNvPr id="116" name="Google Shape;116;g18d9829d3aa_0_49:notes">
            <a:extLst>
              <a:ext uri="{FF2B5EF4-FFF2-40B4-BE49-F238E27FC236}">
                <a16:creationId xmlns:a16="http://schemas.microsoft.com/office/drawing/2014/main" id="{4135D11E-3559-4757-4A39-F501AAB7E5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a:extLst>
              <a:ext uri="{FF2B5EF4-FFF2-40B4-BE49-F238E27FC236}">
                <a16:creationId xmlns:a16="http://schemas.microsoft.com/office/drawing/2014/main" id="{35DB0731-252B-30A9-492A-DC9FE59B85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4083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44BA5544-FF6F-E9F8-A9BC-0F559D7FDBFD}"/>
            </a:ext>
          </a:extLst>
        </p:cNvPr>
        <p:cNvGrpSpPr/>
        <p:nvPr/>
      </p:nvGrpSpPr>
      <p:grpSpPr>
        <a:xfrm>
          <a:off x="0" y="0"/>
          <a:ext cx="0" cy="0"/>
          <a:chOff x="0" y="0"/>
          <a:chExt cx="0" cy="0"/>
        </a:xfrm>
      </p:grpSpPr>
      <p:sp>
        <p:nvSpPr>
          <p:cNvPr id="116" name="Google Shape;116;g18d9829d3aa_0_49:notes">
            <a:extLst>
              <a:ext uri="{FF2B5EF4-FFF2-40B4-BE49-F238E27FC236}">
                <a16:creationId xmlns:a16="http://schemas.microsoft.com/office/drawing/2014/main" id="{2464D159-95FB-0316-8BCC-3C1FFD4DCB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a:extLst>
              <a:ext uri="{FF2B5EF4-FFF2-40B4-BE49-F238E27FC236}">
                <a16:creationId xmlns:a16="http://schemas.microsoft.com/office/drawing/2014/main" id="{CD475A49-1654-3AB9-1573-225B0AD2FF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8980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0DAEDB79-8A70-855C-9992-D8D6D6BEA026}"/>
            </a:ext>
          </a:extLst>
        </p:cNvPr>
        <p:cNvGrpSpPr/>
        <p:nvPr/>
      </p:nvGrpSpPr>
      <p:grpSpPr>
        <a:xfrm>
          <a:off x="0" y="0"/>
          <a:ext cx="0" cy="0"/>
          <a:chOff x="0" y="0"/>
          <a:chExt cx="0" cy="0"/>
        </a:xfrm>
      </p:grpSpPr>
      <p:sp>
        <p:nvSpPr>
          <p:cNvPr id="116" name="Google Shape;116;g18d9829d3aa_0_49:notes">
            <a:extLst>
              <a:ext uri="{FF2B5EF4-FFF2-40B4-BE49-F238E27FC236}">
                <a16:creationId xmlns:a16="http://schemas.microsoft.com/office/drawing/2014/main" id="{593B765D-08ED-2BB1-0D58-EC07C8BEA1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a:extLst>
              <a:ext uri="{FF2B5EF4-FFF2-40B4-BE49-F238E27FC236}">
                <a16:creationId xmlns:a16="http://schemas.microsoft.com/office/drawing/2014/main" id="{252DF0DB-57DA-BD2D-C84D-6E807FFD89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55776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D541994E-1B87-40DC-2DA9-086AA6507AB3}"/>
            </a:ext>
          </a:extLst>
        </p:cNvPr>
        <p:cNvGrpSpPr/>
        <p:nvPr/>
      </p:nvGrpSpPr>
      <p:grpSpPr>
        <a:xfrm>
          <a:off x="0" y="0"/>
          <a:ext cx="0" cy="0"/>
          <a:chOff x="0" y="0"/>
          <a:chExt cx="0" cy="0"/>
        </a:xfrm>
      </p:grpSpPr>
      <p:sp>
        <p:nvSpPr>
          <p:cNvPr id="116" name="Google Shape;116;g18d9829d3aa_0_49:notes">
            <a:extLst>
              <a:ext uri="{FF2B5EF4-FFF2-40B4-BE49-F238E27FC236}">
                <a16:creationId xmlns:a16="http://schemas.microsoft.com/office/drawing/2014/main" id="{9EE6EF85-CEDE-CC2D-66D4-4DF65419B2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a:extLst>
              <a:ext uri="{FF2B5EF4-FFF2-40B4-BE49-F238E27FC236}">
                <a16:creationId xmlns:a16="http://schemas.microsoft.com/office/drawing/2014/main" id="{2E91FE94-F2A1-05F9-0E9F-BD8488F136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73382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85C6305B-88A8-DB55-70EB-C777100ADE8F}"/>
            </a:ext>
          </a:extLst>
        </p:cNvPr>
        <p:cNvGrpSpPr/>
        <p:nvPr/>
      </p:nvGrpSpPr>
      <p:grpSpPr>
        <a:xfrm>
          <a:off x="0" y="0"/>
          <a:ext cx="0" cy="0"/>
          <a:chOff x="0" y="0"/>
          <a:chExt cx="0" cy="0"/>
        </a:xfrm>
      </p:grpSpPr>
      <p:sp>
        <p:nvSpPr>
          <p:cNvPr id="116" name="Google Shape;116;g18d9829d3aa_0_49:notes">
            <a:extLst>
              <a:ext uri="{FF2B5EF4-FFF2-40B4-BE49-F238E27FC236}">
                <a16:creationId xmlns:a16="http://schemas.microsoft.com/office/drawing/2014/main" id="{5ADD575B-87B4-CD36-D668-32E814A1EA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a:extLst>
              <a:ext uri="{FF2B5EF4-FFF2-40B4-BE49-F238E27FC236}">
                <a16:creationId xmlns:a16="http://schemas.microsoft.com/office/drawing/2014/main" id="{80B1AC5B-0420-8417-31B5-F7C46712EA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04426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6318FD87-76E3-5B81-4314-0F9568A0681C}"/>
            </a:ext>
          </a:extLst>
        </p:cNvPr>
        <p:cNvGrpSpPr/>
        <p:nvPr/>
      </p:nvGrpSpPr>
      <p:grpSpPr>
        <a:xfrm>
          <a:off x="0" y="0"/>
          <a:ext cx="0" cy="0"/>
          <a:chOff x="0" y="0"/>
          <a:chExt cx="0" cy="0"/>
        </a:xfrm>
      </p:grpSpPr>
      <p:sp>
        <p:nvSpPr>
          <p:cNvPr id="116" name="Google Shape;116;g18d9829d3aa_0_49:notes">
            <a:extLst>
              <a:ext uri="{FF2B5EF4-FFF2-40B4-BE49-F238E27FC236}">
                <a16:creationId xmlns:a16="http://schemas.microsoft.com/office/drawing/2014/main" id="{1262C341-C8E5-899E-EB5E-8E87D4F16B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a:extLst>
              <a:ext uri="{FF2B5EF4-FFF2-40B4-BE49-F238E27FC236}">
                <a16:creationId xmlns:a16="http://schemas.microsoft.com/office/drawing/2014/main" id="{AD61D348-6FF1-50A3-D0F5-1B5801CC0D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14095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580B46FA-2D86-5259-0D9E-6735EA5955BF}"/>
            </a:ext>
          </a:extLst>
        </p:cNvPr>
        <p:cNvGrpSpPr/>
        <p:nvPr/>
      </p:nvGrpSpPr>
      <p:grpSpPr>
        <a:xfrm>
          <a:off x="0" y="0"/>
          <a:ext cx="0" cy="0"/>
          <a:chOff x="0" y="0"/>
          <a:chExt cx="0" cy="0"/>
        </a:xfrm>
      </p:grpSpPr>
      <p:sp>
        <p:nvSpPr>
          <p:cNvPr id="116" name="Google Shape;116;g18d9829d3aa_0_49:notes">
            <a:extLst>
              <a:ext uri="{FF2B5EF4-FFF2-40B4-BE49-F238E27FC236}">
                <a16:creationId xmlns:a16="http://schemas.microsoft.com/office/drawing/2014/main" id="{930A7BBC-5377-734D-FDB3-9EB46743DF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a:extLst>
              <a:ext uri="{FF2B5EF4-FFF2-40B4-BE49-F238E27FC236}">
                <a16:creationId xmlns:a16="http://schemas.microsoft.com/office/drawing/2014/main" id="{F28B4BFE-FD7A-EC69-380E-7C6C2F6169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7341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A28BF8D0-0F55-4200-561C-108E16CC4B0C}"/>
            </a:ext>
          </a:extLst>
        </p:cNvPr>
        <p:cNvGrpSpPr/>
        <p:nvPr/>
      </p:nvGrpSpPr>
      <p:grpSpPr>
        <a:xfrm>
          <a:off x="0" y="0"/>
          <a:ext cx="0" cy="0"/>
          <a:chOff x="0" y="0"/>
          <a:chExt cx="0" cy="0"/>
        </a:xfrm>
      </p:grpSpPr>
      <p:sp>
        <p:nvSpPr>
          <p:cNvPr id="116" name="Google Shape;116;g18d9829d3aa_0_49:notes">
            <a:extLst>
              <a:ext uri="{FF2B5EF4-FFF2-40B4-BE49-F238E27FC236}">
                <a16:creationId xmlns:a16="http://schemas.microsoft.com/office/drawing/2014/main" id="{C2DBBAAA-C15D-00D9-29A4-A57434E2B4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a:extLst>
              <a:ext uri="{FF2B5EF4-FFF2-40B4-BE49-F238E27FC236}">
                <a16:creationId xmlns:a16="http://schemas.microsoft.com/office/drawing/2014/main" id="{4673097E-AE47-CDB0-3964-FC964F1239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40368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0A56CC61-30F6-6230-6CE7-C6C364A9E9FA}"/>
            </a:ext>
          </a:extLst>
        </p:cNvPr>
        <p:cNvGrpSpPr/>
        <p:nvPr/>
      </p:nvGrpSpPr>
      <p:grpSpPr>
        <a:xfrm>
          <a:off x="0" y="0"/>
          <a:ext cx="0" cy="0"/>
          <a:chOff x="0" y="0"/>
          <a:chExt cx="0" cy="0"/>
        </a:xfrm>
      </p:grpSpPr>
      <p:sp>
        <p:nvSpPr>
          <p:cNvPr id="116" name="Google Shape;116;g18d9829d3aa_0_49:notes">
            <a:extLst>
              <a:ext uri="{FF2B5EF4-FFF2-40B4-BE49-F238E27FC236}">
                <a16:creationId xmlns:a16="http://schemas.microsoft.com/office/drawing/2014/main" id="{395E48A7-CE30-F349-D2CD-6FCE6B3953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a:extLst>
              <a:ext uri="{FF2B5EF4-FFF2-40B4-BE49-F238E27FC236}">
                <a16:creationId xmlns:a16="http://schemas.microsoft.com/office/drawing/2014/main" id="{070F7EAF-C673-D780-608C-5EA94BAB5C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75426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DB147A3B-5D5D-D03E-E14F-DE54147DBF86}"/>
            </a:ext>
          </a:extLst>
        </p:cNvPr>
        <p:cNvGrpSpPr/>
        <p:nvPr/>
      </p:nvGrpSpPr>
      <p:grpSpPr>
        <a:xfrm>
          <a:off x="0" y="0"/>
          <a:ext cx="0" cy="0"/>
          <a:chOff x="0" y="0"/>
          <a:chExt cx="0" cy="0"/>
        </a:xfrm>
      </p:grpSpPr>
      <p:sp>
        <p:nvSpPr>
          <p:cNvPr id="116" name="Google Shape;116;g18d9829d3aa_0_49:notes">
            <a:extLst>
              <a:ext uri="{FF2B5EF4-FFF2-40B4-BE49-F238E27FC236}">
                <a16:creationId xmlns:a16="http://schemas.microsoft.com/office/drawing/2014/main" id="{AF9D2EF2-4215-F29E-4AA9-80D7001543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a:extLst>
              <a:ext uri="{FF2B5EF4-FFF2-40B4-BE49-F238E27FC236}">
                <a16:creationId xmlns:a16="http://schemas.microsoft.com/office/drawing/2014/main" id="{0357E1A3-E9F9-7EFD-792C-61EF20E846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16442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EE1EFB0F-7A72-E191-DDA8-03FF753BA49A}"/>
            </a:ext>
          </a:extLst>
        </p:cNvPr>
        <p:cNvGrpSpPr/>
        <p:nvPr/>
      </p:nvGrpSpPr>
      <p:grpSpPr>
        <a:xfrm>
          <a:off x="0" y="0"/>
          <a:ext cx="0" cy="0"/>
          <a:chOff x="0" y="0"/>
          <a:chExt cx="0" cy="0"/>
        </a:xfrm>
      </p:grpSpPr>
      <p:sp>
        <p:nvSpPr>
          <p:cNvPr id="116" name="Google Shape;116;g18d9829d3aa_0_49:notes">
            <a:extLst>
              <a:ext uri="{FF2B5EF4-FFF2-40B4-BE49-F238E27FC236}">
                <a16:creationId xmlns:a16="http://schemas.microsoft.com/office/drawing/2014/main" id="{E31FA42F-E5B2-65D1-C8FA-04739A3844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a:extLst>
              <a:ext uri="{FF2B5EF4-FFF2-40B4-BE49-F238E27FC236}">
                <a16:creationId xmlns:a16="http://schemas.microsoft.com/office/drawing/2014/main" id="{19DFA7B5-C8EA-CFF0-5BE3-0B96A17686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24129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6d4d7e4f0f_5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6d4d7e4f0f_5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F67A5357-EB56-9700-B38F-ACCD15F1CC93}"/>
            </a:ext>
          </a:extLst>
        </p:cNvPr>
        <p:cNvGrpSpPr/>
        <p:nvPr/>
      </p:nvGrpSpPr>
      <p:grpSpPr>
        <a:xfrm>
          <a:off x="0" y="0"/>
          <a:ext cx="0" cy="0"/>
          <a:chOff x="0" y="0"/>
          <a:chExt cx="0" cy="0"/>
        </a:xfrm>
      </p:grpSpPr>
      <p:sp>
        <p:nvSpPr>
          <p:cNvPr id="116" name="Google Shape;116;g18d9829d3aa_0_49:notes">
            <a:extLst>
              <a:ext uri="{FF2B5EF4-FFF2-40B4-BE49-F238E27FC236}">
                <a16:creationId xmlns:a16="http://schemas.microsoft.com/office/drawing/2014/main" id="{AEE73139-8A9B-CD76-2D09-B2BE4513CE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a:extLst>
              <a:ext uri="{FF2B5EF4-FFF2-40B4-BE49-F238E27FC236}">
                <a16:creationId xmlns:a16="http://schemas.microsoft.com/office/drawing/2014/main" id="{B0ADCCFA-F702-24D8-2D90-1B484DDF66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37398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99487EE8-25C4-B452-DF11-F60CC1C5F77E}"/>
            </a:ext>
          </a:extLst>
        </p:cNvPr>
        <p:cNvGrpSpPr/>
        <p:nvPr/>
      </p:nvGrpSpPr>
      <p:grpSpPr>
        <a:xfrm>
          <a:off x="0" y="0"/>
          <a:ext cx="0" cy="0"/>
          <a:chOff x="0" y="0"/>
          <a:chExt cx="0" cy="0"/>
        </a:xfrm>
      </p:grpSpPr>
      <p:sp>
        <p:nvSpPr>
          <p:cNvPr id="116" name="Google Shape;116;g18d9829d3aa_0_49:notes">
            <a:extLst>
              <a:ext uri="{FF2B5EF4-FFF2-40B4-BE49-F238E27FC236}">
                <a16:creationId xmlns:a16="http://schemas.microsoft.com/office/drawing/2014/main" id="{EAE01925-035D-10EF-7B56-21070AA98F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8d9829d3aa_0_49:notes">
            <a:extLst>
              <a:ext uri="{FF2B5EF4-FFF2-40B4-BE49-F238E27FC236}">
                <a16:creationId xmlns:a16="http://schemas.microsoft.com/office/drawing/2014/main" id="{56CBC4A8-0D2B-71CD-008F-93E47AF256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57448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P Copertina" type="title">
  <p:cSld name="TITLE">
    <p:bg>
      <p:bgPr>
        <a:solidFill>
          <a:srgbClr val="D93232"/>
        </a:solidFill>
        <a:effectLst/>
      </p:bgPr>
    </p:bg>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0" y="2679192"/>
            <a:ext cx="8520600" cy="5382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2800"/>
              <a:buNone/>
              <a:defRPr>
                <a:solidFill>
                  <a:srgbClr val="FFFFFF"/>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362905" y="3296700"/>
            <a:ext cx="8520600" cy="504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00"/>
              <a:buFont typeface="Barlow Condensed Light"/>
              <a:buNone/>
              <a:defRPr sz="1600">
                <a:latin typeface="Barlow Condensed Light"/>
                <a:ea typeface="Barlow Condensed Light"/>
                <a:cs typeface="Barlow Condensed Light"/>
                <a:sym typeface="Barlow Condensed Light"/>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pic>
        <p:nvPicPr>
          <p:cNvPr id="13" name="Google Shape;13;p2"/>
          <p:cNvPicPr preferRelativeResize="0"/>
          <p:nvPr/>
        </p:nvPicPr>
        <p:blipFill>
          <a:blip r:embed="rId2">
            <a:alphaModFix/>
          </a:blip>
          <a:stretch>
            <a:fillRect/>
          </a:stretch>
        </p:blipFill>
        <p:spPr>
          <a:xfrm>
            <a:off x="3404950" y="1063225"/>
            <a:ext cx="2392550" cy="20491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P Copertina Chiusura">
  <p:cSld name="TITLE_1">
    <p:bg>
      <p:bgPr>
        <a:solidFill>
          <a:srgbClr val="D93232"/>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ctrTitle"/>
          </p:nvPr>
        </p:nvSpPr>
        <p:spPr>
          <a:xfrm>
            <a:off x="311700" y="2894224"/>
            <a:ext cx="8520600" cy="5382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2800"/>
              <a:buFont typeface="Barlow Condensed SemiBold"/>
              <a:buNone/>
              <a:defRPr>
                <a:solidFill>
                  <a:srgbClr val="FFFFFF"/>
                </a:solidFill>
                <a:latin typeface="Barlow Condensed SemiBold"/>
                <a:ea typeface="Barlow Condensed SemiBold"/>
                <a:cs typeface="Barlow Condensed SemiBold"/>
                <a:sym typeface="Barlow Condensed SemiBold"/>
              </a:defRPr>
            </a:lvl1pPr>
            <a:lvl2pPr lvl="1" algn="ctr" rtl="0">
              <a:spcBef>
                <a:spcPts val="0"/>
              </a:spcBef>
              <a:spcAft>
                <a:spcPts val="0"/>
              </a:spcAft>
              <a:buClr>
                <a:srgbClr val="000000"/>
              </a:buClr>
              <a:buSzPts val="5200"/>
              <a:buNone/>
              <a:defRPr sz="5200">
                <a:solidFill>
                  <a:srgbClr val="000000"/>
                </a:solidFill>
              </a:defRPr>
            </a:lvl2pPr>
            <a:lvl3pPr lvl="2" algn="ctr" rtl="0">
              <a:spcBef>
                <a:spcPts val="0"/>
              </a:spcBef>
              <a:spcAft>
                <a:spcPts val="0"/>
              </a:spcAft>
              <a:buClr>
                <a:srgbClr val="000000"/>
              </a:buClr>
              <a:buSzPts val="5200"/>
              <a:buNone/>
              <a:defRPr sz="5200">
                <a:solidFill>
                  <a:srgbClr val="000000"/>
                </a:solidFill>
              </a:defRPr>
            </a:lvl3pPr>
            <a:lvl4pPr lvl="3" algn="ctr" rtl="0">
              <a:spcBef>
                <a:spcPts val="0"/>
              </a:spcBef>
              <a:spcAft>
                <a:spcPts val="0"/>
              </a:spcAft>
              <a:buClr>
                <a:srgbClr val="000000"/>
              </a:buClr>
              <a:buSzPts val="5200"/>
              <a:buNone/>
              <a:defRPr sz="5200">
                <a:solidFill>
                  <a:srgbClr val="000000"/>
                </a:solidFill>
              </a:defRPr>
            </a:lvl4pPr>
            <a:lvl5pPr lvl="4" algn="ctr" rtl="0">
              <a:spcBef>
                <a:spcPts val="0"/>
              </a:spcBef>
              <a:spcAft>
                <a:spcPts val="0"/>
              </a:spcAft>
              <a:buClr>
                <a:srgbClr val="000000"/>
              </a:buClr>
              <a:buSzPts val="5200"/>
              <a:buNone/>
              <a:defRPr sz="5200">
                <a:solidFill>
                  <a:srgbClr val="000000"/>
                </a:solidFill>
              </a:defRPr>
            </a:lvl5pPr>
            <a:lvl6pPr lvl="5" algn="ctr" rtl="0">
              <a:spcBef>
                <a:spcPts val="0"/>
              </a:spcBef>
              <a:spcAft>
                <a:spcPts val="0"/>
              </a:spcAft>
              <a:buClr>
                <a:srgbClr val="000000"/>
              </a:buClr>
              <a:buSzPts val="5200"/>
              <a:buNone/>
              <a:defRPr sz="5200">
                <a:solidFill>
                  <a:srgbClr val="000000"/>
                </a:solidFill>
              </a:defRPr>
            </a:lvl6pPr>
            <a:lvl7pPr lvl="6" algn="ctr" rtl="0">
              <a:spcBef>
                <a:spcPts val="0"/>
              </a:spcBef>
              <a:spcAft>
                <a:spcPts val="0"/>
              </a:spcAft>
              <a:buClr>
                <a:srgbClr val="000000"/>
              </a:buClr>
              <a:buSzPts val="5200"/>
              <a:buNone/>
              <a:defRPr sz="5200">
                <a:solidFill>
                  <a:srgbClr val="000000"/>
                </a:solidFill>
              </a:defRPr>
            </a:lvl7pPr>
            <a:lvl8pPr lvl="7" algn="ctr" rtl="0">
              <a:spcBef>
                <a:spcPts val="0"/>
              </a:spcBef>
              <a:spcAft>
                <a:spcPts val="0"/>
              </a:spcAft>
              <a:buClr>
                <a:srgbClr val="000000"/>
              </a:buClr>
              <a:buSzPts val="5200"/>
              <a:buNone/>
              <a:defRPr sz="5200">
                <a:solidFill>
                  <a:srgbClr val="000000"/>
                </a:solidFill>
              </a:defRPr>
            </a:lvl8pPr>
            <a:lvl9pPr lvl="8" algn="ctr" rtl="0">
              <a:spcBef>
                <a:spcPts val="0"/>
              </a:spcBef>
              <a:spcAft>
                <a:spcPts val="0"/>
              </a:spcAft>
              <a:buClr>
                <a:srgbClr val="000000"/>
              </a:buClr>
              <a:buSzPts val="5200"/>
              <a:buNone/>
              <a:defRPr sz="5200">
                <a:solidFill>
                  <a:srgbClr val="000000"/>
                </a:solidFill>
              </a:defRPr>
            </a:lvl9pPr>
          </a:lstStyle>
          <a:p>
            <a:endParaRPr/>
          </a:p>
        </p:txBody>
      </p:sp>
      <p:pic>
        <p:nvPicPr>
          <p:cNvPr id="16" name="Google Shape;16;p3"/>
          <p:cNvPicPr preferRelativeResize="0"/>
          <p:nvPr/>
        </p:nvPicPr>
        <p:blipFill>
          <a:blip r:embed="rId2">
            <a:alphaModFix/>
          </a:blip>
          <a:stretch>
            <a:fillRect/>
          </a:stretch>
        </p:blipFill>
        <p:spPr>
          <a:xfrm>
            <a:off x="3410075" y="1257757"/>
            <a:ext cx="2392550" cy="2049175"/>
          </a:xfrm>
          <a:prstGeom prst="rect">
            <a:avLst/>
          </a:prstGeom>
          <a:noFill/>
          <a:ln>
            <a:noFill/>
          </a:ln>
        </p:spPr>
      </p:pic>
      <p:grpSp>
        <p:nvGrpSpPr>
          <p:cNvPr id="17" name="Google Shape;17;p3"/>
          <p:cNvGrpSpPr/>
          <p:nvPr/>
        </p:nvGrpSpPr>
        <p:grpSpPr>
          <a:xfrm>
            <a:off x="4171000" y="4521000"/>
            <a:ext cx="802000" cy="145825"/>
            <a:chOff x="4171000" y="4521000"/>
            <a:chExt cx="802000" cy="145825"/>
          </a:xfrm>
        </p:grpSpPr>
        <p:pic>
          <p:nvPicPr>
            <p:cNvPr id="18" name="Google Shape;18;p3"/>
            <p:cNvPicPr preferRelativeResize="0"/>
            <p:nvPr/>
          </p:nvPicPr>
          <p:blipFill>
            <a:blip r:embed="rId3">
              <a:alphaModFix/>
            </a:blip>
            <a:stretch>
              <a:fillRect/>
            </a:stretch>
          </p:blipFill>
          <p:spPr>
            <a:xfrm>
              <a:off x="4171000" y="4521000"/>
              <a:ext cx="145818" cy="145825"/>
            </a:xfrm>
            <a:prstGeom prst="rect">
              <a:avLst/>
            </a:prstGeom>
            <a:noFill/>
            <a:ln>
              <a:noFill/>
            </a:ln>
          </p:spPr>
        </p:pic>
        <p:pic>
          <p:nvPicPr>
            <p:cNvPr id="19" name="Google Shape;19;p3"/>
            <p:cNvPicPr preferRelativeResize="0"/>
            <p:nvPr/>
          </p:nvPicPr>
          <p:blipFill>
            <a:blip r:embed="rId4">
              <a:alphaModFix/>
            </a:blip>
            <a:stretch>
              <a:fillRect/>
            </a:stretch>
          </p:blipFill>
          <p:spPr>
            <a:xfrm>
              <a:off x="4389727" y="4521000"/>
              <a:ext cx="145818" cy="145825"/>
            </a:xfrm>
            <a:prstGeom prst="rect">
              <a:avLst/>
            </a:prstGeom>
            <a:noFill/>
            <a:ln>
              <a:noFill/>
            </a:ln>
          </p:spPr>
        </p:pic>
        <p:pic>
          <p:nvPicPr>
            <p:cNvPr id="20" name="Google Shape;20;p3"/>
            <p:cNvPicPr preferRelativeResize="0"/>
            <p:nvPr/>
          </p:nvPicPr>
          <p:blipFill>
            <a:blip r:embed="rId5">
              <a:alphaModFix/>
            </a:blip>
            <a:stretch>
              <a:fillRect/>
            </a:stretch>
          </p:blipFill>
          <p:spPr>
            <a:xfrm>
              <a:off x="4608455" y="4521000"/>
              <a:ext cx="145818" cy="145825"/>
            </a:xfrm>
            <a:prstGeom prst="rect">
              <a:avLst/>
            </a:prstGeom>
            <a:noFill/>
            <a:ln>
              <a:noFill/>
            </a:ln>
          </p:spPr>
        </p:pic>
        <p:pic>
          <p:nvPicPr>
            <p:cNvPr id="21" name="Google Shape;21;p3"/>
            <p:cNvPicPr preferRelativeResize="0"/>
            <p:nvPr/>
          </p:nvPicPr>
          <p:blipFill>
            <a:blip r:embed="rId6">
              <a:alphaModFix/>
            </a:blip>
            <a:stretch>
              <a:fillRect/>
            </a:stretch>
          </p:blipFill>
          <p:spPr>
            <a:xfrm>
              <a:off x="4827182" y="4521000"/>
              <a:ext cx="145818" cy="145825"/>
            </a:xfrm>
            <a:prstGeom prst="rect">
              <a:avLst/>
            </a:prstGeom>
            <a:noFill/>
            <a:ln>
              <a:noFill/>
            </a:ln>
          </p:spPr>
        </p:pic>
      </p:grpSp>
      <p:sp>
        <p:nvSpPr>
          <p:cNvPr id="22" name="Google Shape;22;p3"/>
          <p:cNvSpPr txBox="1"/>
          <p:nvPr/>
        </p:nvSpPr>
        <p:spPr>
          <a:xfrm>
            <a:off x="4136850" y="4136800"/>
            <a:ext cx="870300" cy="21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Barlow Condensed"/>
                <a:ea typeface="Barlow Condensed"/>
                <a:cs typeface="Barlow Condensed"/>
                <a:sym typeface="Barlow Condensed"/>
              </a:rPr>
              <a:t>FOLLOW US</a:t>
            </a:r>
            <a:endParaRPr sz="1200">
              <a:latin typeface="Barlow Condensed"/>
              <a:ea typeface="Barlow Condensed"/>
              <a:cs typeface="Barlow Condensed"/>
              <a:sym typeface="Barlow Condense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p - titolo sezione - 2 righe" type="secHead">
  <p:cSld name="SECTION_HEADER">
    <p:bg>
      <p:bgPr>
        <a:solidFill>
          <a:srgbClr val="111D24"/>
        </a:solidFill>
        <a:effectLst/>
      </p:bgPr>
    </p:bg>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311700" y="2422208"/>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Clr>
                <a:srgbClr val="D93232"/>
              </a:buClr>
              <a:buSzPts val="4000"/>
              <a:buNone/>
              <a:defRPr sz="4000">
                <a:solidFill>
                  <a:srgbClr val="D93232"/>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5" name="Google Shape;25;p4"/>
          <p:cNvSpPr txBox="1">
            <a:spLocks noGrp="1"/>
          </p:cNvSpPr>
          <p:nvPr>
            <p:ph type="subTitle" idx="1"/>
          </p:nvPr>
        </p:nvSpPr>
        <p:spPr>
          <a:xfrm>
            <a:off x="504300" y="3194775"/>
            <a:ext cx="8135400" cy="563100"/>
          </a:xfrm>
          <a:prstGeom prst="rect">
            <a:avLst/>
          </a:prstGeom>
        </p:spPr>
        <p:txBody>
          <a:bodyPr spcFirstLastPara="1" wrap="square" lIns="91425" tIns="91425" rIns="91425" bIns="91425" anchor="ctr" anchorCtr="0">
            <a:noAutofit/>
          </a:bodyPr>
          <a:lstStyle>
            <a:lvl1pPr lvl="0" algn="ctr">
              <a:spcBef>
                <a:spcPts val="0"/>
              </a:spcBef>
              <a:spcAft>
                <a:spcPts val="0"/>
              </a:spcAft>
              <a:buNone/>
              <a:defRPr sz="3000">
                <a:solidFill>
                  <a:srgbClr val="FFFFFF"/>
                </a:solidFill>
                <a:latin typeface="Barlow Condensed Light"/>
                <a:ea typeface="Barlow Condensed Light"/>
                <a:cs typeface="Barlow Condensed Light"/>
                <a:sym typeface="Barlow Condensed Light"/>
              </a:defRPr>
            </a:lvl1pPr>
            <a:lvl2pPr lvl="1">
              <a:spcBef>
                <a:spcPts val="1600"/>
              </a:spcBef>
              <a:spcAft>
                <a:spcPts val="0"/>
              </a:spcAft>
              <a:buNone/>
              <a:defRPr sz="5000">
                <a:solidFill>
                  <a:srgbClr val="FFFFFF"/>
                </a:solidFill>
                <a:latin typeface="Barlow Condensed Light"/>
                <a:ea typeface="Barlow Condensed Light"/>
                <a:cs typeface="Barlow Condensed Light"/>
                <a:sym typeface="Barlow Condensed Light"/>
              </a:defRPr>
            </a:lvl2pPr>
            <a:lvl3pPr lvl="2">
              <a:spcBef>
                <a:spcPts val="1600"/>
              </a:spcBef>
              <a:spcAft>
                <a:spcPts val="0"/>
              </a:spcAft>
              <a:buNone/>
              <a:defRPr sz="5000">
                <a:solidFill>
                  <a:srgbClr val="FFFFFF"/>
                </a:solidFill>
                <a:latin typeface="Barlow Condensed Light"/>
                <a:ea typeface="Barlow Condensed Light"/>
                <a:cs typeface="Barlow Condensed Light"/>
                <a:sym typeface="Barlow Condensed Light"/>
              </a:defRPr>
            </a:lvl3pPr>
            <a:lvl4pPr lvl="3">
              <a:spcBef>
                <a:spcPts val="1600"/>
              </a:spcBef>
              <a:spcAft>
                <a:spcPts val="0"/>
              </a:spcAft>
              <a:buNone/>
              <a:defRPr sz="5000">
                <a:solidFill>
                  <a:srgbClr val="FFFFFF"/>
                </a:solidFill>
                <a:latin typeface="Barlow Condensed Light"/>
                <a:ea typeface="Barlow Condensed Light"/>
                <a:cs typeface="Barlow Condensed Light"/>
                <a:sym typeface="Barlow Condensed Light"/>
              </a:defRPr>
            </a:lvl4pPr>
            <a:lvl5pPr lvl="4">
              <a:spcBef>
                <a:spcPts val="1600"/>
              </a:spcBef>
              <a:spcAft>
                <a:spcPts val="0"/>
              </a:spcAft>
              <a:buNone/>
              <a:defRPr sz="5000">
                <a:solidFill>
                  <a:srgbClr val="FFFFFF"/>
                </a:solidFill>
                <a:latin typeface="Barlow Condensed Light"/>
                <a:ea typeface="Barlow Condensed Light"/>
                <a:cs typeface="Barlow Condensed Light"/>
                <a:sym typeface="Barlow Condensed Light"/>
              </a:defRPr>
            </a:lvl5pPr>
            <a:lvl6pPr lvl="5">
              <a:spcBef>
                <a:spcPts val="1600"/>
              </a:spcBef>
              <a:spcAft>
                <a:spcPts val="0"/>
              </a:spcAft>
              <a:buNone/>
              <a:defRPr sz="5000">
                <a:solidFill>
                  <a:srgbClr val="FFFFFF"/>
                </a:solidFill>
                <a:latin typeface="Barlow Condensed Light"/>
                <a:ea typeface="Barlow Condensed Light"/>
                <a:cs typeface="Barlow Condensed Light"/>
                <a:sym typeface="Barlow Condensed Light"/>
              </a:defRPr>
            </a:lvl6pPr>
            <a:lvl7pPr lvl="6">
              <a:spcBef>
                <a:spcPts val="1600"/>
              </a:spcBef>
              <a:spcAft>
                <a:spcPts val="0"/>
              </a:spcAft>
              <a:buNone/>
              <a:defRPr sz="5000">
                <a:solidFill>
                  <a:srgbClr val="FFFFFF"/>
                </a:solidFill>
                <a:latin typeface="Barlow Condensed Light"/>
                <a:ea typeface="Barlow Condensed Light"/>
                <a:cs typeface="Barlow Condensed Light"/>
                <a:sym typeface="Barlow Condensed Light"/>
              </a:defRPr>
            </a:lvl7pPr>
            <a:lvl8pPr lvl="7">
              <a:spcBef>
                <a:spcPts val="1600"/>
              </a:spcBef>
              <a:spcAft>
                <a:spcPts val="0"/>
              </a:spcAft>
              <a:buNone/>
              <a:defRPr sz="5000">
                <a:solidFill>
                  <a:srgbClr val="FFFFFF"/>
                </a:solidFill>
                <a:latin typeface="Barlow Condensed Light"/>
                <a:ea typeface="Barlow Condensed Light"/>
                <a:cs typeface="Barlow Condensed Light"/>
                <a:sym typeface="Barlow Condensed Light"/>
              </a:defRPr>
            </a:lvl8pPr>
            <a:lvl9pPr lvl="8">
              <a:spcBef>
                <a:spcPts val="1600"/>
              </a:spcBef>
              <a:spcAft>
                <a:spcPts val="1600"/>
              </a:spcAft>
              <a:buNone/>
              <a:defRPr sz="5000">
                <a:solidFill>
                  <a:srgbClr val="FFFFFF"/>
                </a:solidFill>
                <a:latin typeface="Barlow Condensed Light"/>
                <a:ea typeface="Barlow Condensed Light"/>
                <a:cs typeface="Barlow Condensed Light"/>
                <a:sym typeface="Barlow Condensed Ligh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p - titolo sezione - 1 riga">
  <p:cSld name="SECTION_HEADER_2">
    <p:bg>
      <p:bgPr>
        <a:solidFill>
          <a:srgbClr val="111D24"/>
        </a:solidFill>
        <a:effectLst/>
      </p:bgPr>
    </p:bg>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311700" y="2422208"/>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000"/>
              <a:buNone/>
              <a:defRPr sz="4000">
                <a:solidFill>
                  <a:srgbClr val="FFFFFF"/>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ll for Feedback">
  <p:cSld name="SECTION_HEADER_1">
    <p:bg>
      <p:bgPr>
        <a:solidFill>
          <a:srgbClr val="D93232"/>
        </a:solidFill>
        <a:effectLst/>
      </p:bgPr>
    </p:bg>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248625" y="2645775"/>
            <a:ext cx="8520600" cy="459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3200"/>
              <a:buNone/>
              <a:defRPr sz="3200">
                <a:solidFill>
                  <a:srgbClr val="FFFFFF"/>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0" name="Google Shape;30;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31" name="Google Shape;31;p6"/>
          <p:cNvPicPr preferRelativeResize="0"/>
          <p:nvPr/>
        </p:nvPicPr>
        <p:blipFill>
          <a:blip r:embed="rId2">
            <a:alphaModFix/>
          </a:blip>
          <a:stretch>
            <a:fillRect/>
          </a:stretch>
        </p:blipFill>
        <p:spPr>
          <a:xfrm>
            <a:off x="4440600" y="4663222"/>
            <a:ext cx="262800" cy="322059"/>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8" name="Google Shape;38;p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9" name="Google Shape;39;p8"/>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3" name="Google Shape;4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details">
  <p:cSld name="TITLE_ONLY_1">
    <p:bg>
      <p:bgPr>
        <a:solidFill>
          <a:schemeClr val="lt1"/>
        </a:solidFill>
        <a:effectLst/>
      </p:bgPr>
    </p:bg>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6" name="Google Shape;46;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7" name="Google Shape;47;p10"/>
          <p:cNvSpPr txBox="1">
            <a:spLocks noGrp="1"/>
          </p:cNvSpPr>
          <p:nvPr>
            <p:ph type="title" idx="2"/>
          </p:nvPr>
        </p:nvSpPr>
        <p:spPr>
          <a:xfrm>
            <a:off x="311700" y="1201500"/>
            <a:ext cx="8520600" cy="34617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Barlow Condensed"/>
              <a:buNone/>
              <a:defRPr sz="1800">
                <a:latin typeface="Barlow Condensed"/>
                <a:ea typeface="Barlow Condensed"/>
                <a:cs typeface="Barlow Condensed"/>
                <a:sym typeface="Barlow Condensed"/>
              </a:defRPr>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1000"/>
              </a:spcBef>
              <a:spcAft>
                <a:spcPts val="0"/>
              </a:spcAft>
              <a:buSzPts val="1800"/>
              <a:buNone/>
              <a:defRPr sz="1800"/>
            </a:lvl4pPr>
            <a:lvl5pPr lvl="4" rtl="0">
              <a:spcBef>
                <a:spcPts val="1000"/>
              </a:spcBef>
              <a:spcAft>
                <a:spcPts val="0"/>
              </a:spcAft>
              <a:buSzPts val="1800"/>
              <a:buNone/>
              <a:defRPr sz="1800"/>
            </a:lvl5pPr>
            <a:lvl6pPr lvl="5" rtl="0">
              <a:spcBef>
                <a:spcPts val="1000"/>
              </a:spcBef>
              <a:spcAft>
                <a:spcPts val="0"/>
              </a:spcAft>
              <a:buSzPts val="1800"/>
              <a:buNone/>
              <a:defRPr sz="1800"/>
            </a:lvl6pPr>
            <a:lvl7pPr lvl="6" rtl="0">
              <a:spcBef>
                <a:spcPts val="1000"/>
              </a:spcBef>
              <a:spcAft>
                <a:spcPts val="0"/>
              </a:spcAft>
              <a:buSzPts val="1800"/>
              <a:buNone/>
              <a:defRPr sz="1800"/>
            </a:lvl7pPr>
            <a:lvl8pPr lvl="7" rtl="0">
              <a:spcBef>
                <a:spcPts val="1000"/>
              </a:spcBef>
              <a:spcAft>
                <a:spcPts val="0"/>
              </a:spcAft>
              <a:buSzPts val="1800"/>
              <a:buNone/>
              <a:defRPr sz="1800"/>
            </a:lvl8pPr>
            <a:lvl9pPr lvl="8" rtl="0">
              <a:spcBef>
                <a:spcPts val="1000"/>
              </a:spcBef>
              <a:spcAft>
                <a:spcPts val="1000"/>
              </a:spcAft>
              <a:buSzPts val="1800"/>
              <a:buNone/>
              <a:defRPr sz="1800"/>
            </a:lvl9pPr>
          </a:lstStyle>
          <a:p>
            <a:endParaRPr/>
          </a:p>
        </p:txBody>
      </p:sp>
      <p:pic>
        <p:nvPicPr>
          <p:cNvPr id="48" name="Google Shape;48;p10"/>
          <p:cNvPicPr preferRelativeResize="0"/>
          <p:nvPr/>
        </p:nvPicPr>
        <p:blipFill>
          <a:blip r:embed="rId2">
            <a:alphaModFix/>
          </a:blip>
          <a:stretch>
            <a:fillRect/>
          </a:stretch>
        </p:blipFill>
        <p:spPr>
          <a:xfrm>
            <a:off x="4440600" y="4663222"/>
            <a:ext cx="262800" cy="322059"/>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Full code">
  <p:cSld name="TITLE_ONLY_1_1">
    <p:bg>
      <p:bgPr>
        <a:solidFill>
          <a:srgbClr val="111D24"/>
        </a:solidFill>
        <a:effectLst/>
      </p:bgPr>
    </p:bg>
    <p:spTree>
      <p:nvGrpSpPr>
        <p:cNvPr id="1" name="Shape 49"/>
        <p:cNvGrpSpPr/>
        <p:nvPr/>
      </p:nvGrpSpPr>
      <p:grpSpPr>
        <a:xfrm>
          <a:off x="0" y="0"/>
          <a:ext cx="0" cy="0"/>
          <a:chOff x="0" y="0"/>
          <a:chExt cx="0" cy="0"/>
        </a:xfrm>
      </p:grpSpPr>
      <p:sp>
        <p:nvSpPr>
          <p:cNvPr id="50" name="Google Shape;50;p1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200"/>
              <a:buNone/>
              <a:defRPr sz="3200">
                <a:solidFill>
                  <a:srgbClr val="FFFFFF"/>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1" name="Google Shape;5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2" name="Google Shape;52;p11"/>
          <p:cNvSpPr txBox="1">
            <a:spLocks noGrp="1"/>
          </p:cNvSpPr>
          <p:nvPr>
            <p:ph type="title" idx="2"/>
          </p:nvPr>
        </p:nvSpPr>
        <p:spPr>
          <a:xfrm>
            <a:off x="311700" y="1870387"/>
            <a:ext cx="8520600" cy="31086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1600"/>
              <a:buFont typeface="Anonymous Pro"/>
              <a:buNone/>
              <a:defRPr sz="1600">
                <a:solidFill>
                  <a:srgbClr val="FFFFFF"/>
                </a:solidFill>
                <a:latin typeface="Anonymous Pro"/>
                <a:ea typeface="Anonymous Pro"/>
                <a:cs typeface="Anonymous Pro"/>
                <a:sym typeface="Anonymous Pro"/>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pic>
        <p:nvPicPr>
          <p:cNvPr id="53" name="Google Shape;53;p11"/>
          <p:cNvPicPr preferRelativeResize="0"/>
          <p:nvPr/>
        </p:nvPicPr>
        <p:blipFill>
          <a:blip r:embed="rId2">
            <a:alphaModFix/>
          </a:blip>
          <a:stretch>
            <a:fillRect/>
          </a:stretch>
        </p:blipFill>
        <p:spPr>
          <a:xfrm>
            <a:off x="4440600" y="4663222"/>
            <a:ext cx="262800" cy="322059"/>
          </a:xfrm>
          <a:prstGeom prst="rect">
            <a:avLst/>
          </a:prstGeom>
          <a:noFill/>
          <a:ln>
            <a:noFill/>
          </a:ln>
        </p:spPr>
      </p:pic>
      <p:sp>
        <p:nvSpPr>
          <p:cNvPr id="54" name="Google Shape;54;p11"/>
          <p:cNvSpPr txBox="1">
            <a:spLocks noGrp="1"/>
          </p:cNvSpPr>
          <p:nvPr>
            <p:ph type="subTitle" idx="1"/>
          </p:nvPr>
        </p:nvSpPr>
        <p:spPr>
          <a:xfrm>
            <a:off x="311700" y="1473312"/>
            <a:ext cx="8433000" cy="393600"/>
          </a:xfrm>
          <a:prstGeom prst="rect">
            <a:avLst/>
          </a:prstGeom>
        </p:spPr>
        <p:txBody>
          <a:bodyPr spcFirstLastPara="1" wrap="square" lIns="91425" tIns="91425" rIns="91425" bIns="91425" anchor="t" anchorCtr="0">
            <a:noAutofit/>
          </a:bodyPr>
          <a:lstStyle>
            <a:lvl1pPr lvl="0">
              <a:spcBef>
                <a:spcPts val="0"/>
              </a:spcBef>
              <a:spcAft>
                <a:spcPts val="0"/>
              </a:spcAft>
              <a:buNone/>
              <a:defRPr>
                <a:solidFill>
                  <a:srgbClr val="FFFFFF"/>
                </a:solidFill>
                <a:latin typeface="Barlow Condensed SemiBold"/>
                <a:ea typeface="Barlow Condensed SemiBold"/>
                <a:cs typeface="Barlow Condensed SemiBold"/>
                <a:sym typeface="Barlow Condensed SemiBold"/>
              </a:defRPr>
            </a:lvl1pPr>
            <a:lvl2pPr lvl="1">
              <a:spcBef>
                <a:spcPts val="1600"/>
              </a:spcBef>
              <a:spcAft>
                <a:spcPts val="0"/>
              </a:spcAft>
              <a:buNone/>
              <a:defRPr>
                <a:solidFill>
                  <a:srgbClr val="FFFFFF"/>
                </a:solidFill>
              </a:defRPr>
            </a:lvl2pPr>
            <a:lvl3pPr lvl="2">
              <a:spcBef>
                <a:spcPts val="1600"/>
              </a:spcBef>
              <a:spcAft>
                <a:spcPts val="0"/>
              </a:spcAft>
              <a:buNone/>
              <a:defRPr>
                <a:solidFill>
                  <a:srgbClr val="FFFFFF"/>
                </a:solidFill>
              </a:defRPr>
            </a:lvl3pPr>
            <a:lvl4pPr lvl="3">
              <a:spcBef>
                <a:spcPts val="1600"/>
              </a:spcBef>
              <a:spcAft>
                <a:spcPts val="0"/>
              </a:spcAft>
              <a:buNone/>
              <a:defRPr>
                <a:solidFill>
                  <a:srgbClr val="FFFFFF"/>
                </a:solidFill>
              </a:defRPr>
            </a:lvl4pPr>
            <a:lvl5pPr lvl="4">
              <a:spcBef>
                <a:spcPts val="1600"/>
              </a:spcBef>
              <a:spcAft>
                <a:spcPts val="0"/>
              </a:spcAft>
              <a:buNone/>
              <a:defRPr>
                <a:solidFill>
                  <a:srgbClr val="FFFFFF"/>
                </a:solidFill>
              </a:defRPr>
            </a:lvl5pPr>
            <a:lvl6pPr lvl="5">
              <a:spcBef>
                <a:spcPts val="1600"/>
              </a:spcBef>
              <a:spcAft>
                <a:spcPts val="0"/>
              </a:spcAft>
              <a:buNone/>
              <a:defRPr>
                <a:solidFill>
                  <a:srgbClr val="FFFFFF"/>
                </a:solidFill>
              </a:defRPr>
            </a:lvl6pPr>
            <a:lvl7pPr lvl="6">
              <a:spcBef>
                <a:spcPts val="1600"/>
              </a:spcBef>
              <a:spcAft>
                <a:spcPts val="0"/>
              </a:spcAft>
              <a:buNone/>
              <a:defRPr>
                <a:solidFill>
                  <a:srgbClr val="FFFFFF"/>
                </a:solidFill>
              </a:defRPr>
            </a:lvl7pPr>
            <a:lvl8pPr lvl="7">
              <a:spcBef>
                <a:spcPts val="1600"/>
              </a:spcBef>
              <a:spcAft>
                <a:spcPts val="0"/>
              </a:spcAft>
              <a:buNone/>
              <a:defRPr>
                <a:solidFill>
                  <a:srgbClr val="FFFFFF"/>
                </a:solidFill>
              </a:defRPr>
            </a:lvl8pPr>
            <a:lvl9pPr lvl="8">
              <a:spcBef>
                <a:spcPts val="1600"/>
              </a:spcBef>
              <a:spcAft>
                <a:spcPts val="1600"/>
              </a:spcAft>
              <a:buNone/>
              <a:defRPr>
                <a:solidFill>
                  <a:srgbClr val="FFFFFF"/>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5"/>
        <p:cNvGrpSpPr/>
        <p:nvPr/>
      </p:nvGrpSpPr>
      <p:grpSpPr>
        <a:xfrm>
          <a:off x="0" y="0"/>
          <a:ext cx="0" cy="0"/>
          <a:chOff x="0" y="0"/>
          <a:chExt cx="0" cy="0"/>
        </a:xfrm>
      </p:grpSpPr>
      <p:sp>
        <p:nvSpPr>
          <p:cNvPr id="56" name="Google Shape;56;p12"/>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8"/>
        <p:cNvGrpSpPr/>
        <p:nvPr/>
      </p:nvGrpSpPr>
      <p:grpSpPr>
        <a:xfrm>
          <a:off x="0" y="0"/>
          <a:ext cx="0" cy="0"/>
          <a:chOff x="0" y="0"/>
          <a:chExt cx="0" cy="0"/>
        </a:xfrm>
      </p:grpSpPr>
      <p:sp>
        <p:nvSpPr>
          <p:cNvPr id="59" name="Google Shape;59;p13"/>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60" name="Google Shape;60;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o logo">
  <p:cSld name="BLANK_1">
    <p:spTree>
      <p:nvGrpSpPr>
        <p:cNvPr id="1" name="Shape 63"/>
        <p:cNvGrpSpPr/>
        <p:nvPr/>
      </p:nvGrpSpPr>
      <p:grpSpPr>
        <a:xfrm>
          <a:off x="0" y="0"/>
          <a:ext cx="0" cy="0"/>
          <a:chOff x="0" y="0"/>
          <a:chExt cx="0" cy="0"/>
        </a:xfrm>
      </p:grpSpPr>
      <p:sp>
        <p:nvSpPr>
          <p:cNvPr id="64" name="Google Shape;64;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15"/>
          <p:cNvSpPr txBox="1"/>
          <p:nvPr/>
        </p:nvSpPr>
        <p:spPr>
          <a:xfrm>
            <a:off x="4357425" y="4532100"/>
            <a:ext cx="441600" cy="4998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Barlow Condensed"/>
              <a:ea typeface="Barlow Condensed"/>
              <a:cs typeface="Barlow Condensed"/>
              <a:sym typeface="Barlow Condensed"/>
            </a:endParaRPr>
          </a:p>
        </p:txBody>
      </p:sp>
      <p:pic>
        <p:nvPicPr>
          <p:cNvPr id="66" name="Google Shape;66;p15"/>
          <p:cNvPicPr preferRelativeResize="0"/>
          <p:nvPr/>
        </p:nvPicPr>
        <p:blipFill>
          <a:blip r:embed="rId2">
            <a:alphaModFix/>
          </a:blip>
          <a:stretch>
            <a:fillRect/>
          </a:stretch>
        </p:blipFill>
        <p:spPr>
          <a:xfrm>
            <a:off x="0" y="0"/>
            <a:ext cx="9144000" cy="5143500"/>
          </a:xfrm>
          <a:prstGeom prst="rect">
            <a:avLst/>
          </a:prstGeom>
          <a:noFill/>
          <a:ln>
            <a:noFill/>
          </a:ln>
        </p:spPr>
      </p:pic>
      <p:sp>
        <p:nvSpPr>
          <p:cNvPr id="67" name="Google Shape;67;p15"/>
          <p:cNvSpPr txBox="1">
            <a:spLocks noGrp="1"/>
          </p:cNvSpPr>
          <p:nvPr>
            <p:ph type="title"/>
          </p:nvPr>
        </p:nvSpPr>
        <p:spPr>
          <a:xfrm rot="-5400000">
            <a:off x="6531100" y="2085650"/>
            <a:ext cx="42924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999999"/>
              </a:buClr>
              <a:buSzPts val="2500"/>
              <a:buFont typeface="Barlow Condensed Light"/>
              <a:buNone/>
              <a:defRPr sz="2500">
                <a:solidFill>
                  <a:srgbClr val="999999"/>
                </a:solidFill>
                <a:latin typeface="Barlow Condensed Light"/>
                <a:ea typeface="Barlow Condensed Light"/>
                <a:cs typeface="Barlow Condensed Light"/>
                <a:sym typeface="Barlow Condensed Light"/>
              </a:defRPr>
            </a:lvl1pPr>
            <a:lvl2pPr lvl="1" rtl="0">
              <a:spcBef>
                <a:spcPts val="0"/>
              </a:spcBef>
              <a:spcAft>
                <a:spcPts val="0"/>
              </a:spcAft>
              <a:buClr>
                <a:srgbClr val="999999"/>
              </a:buClr>
              <a:buSzPts val="2500"/>
              <a:buFont typeface="Barlow Condensed Light"/>
              <a:buNone/>
              <a:defRPr sz="2500">
                <a:solidFill>
                  <a:srgbClr val="999999"/>
                </a:solidFill>
                <a:latin typeface="Barlow Condensed Light"/>
                <a:ea typeface="Barlow Condensed Light"/>
                <a:cs typeface="Barlow Condensed Light"/>
                <a:sym typeface="Barlow Condensed Light"/>
              </a:defRPr>
            </a:lvl2pPr>
            <a:lvl3pPr lvl="2" rtl="0">
              <a:spcBef>
                <a:spcPts val="0"/>
              </a:spcBef>
              <a:spcAft>
                <a:spcPts val="0"/>
              </a:spcAft>
              <a:buClr>
                <a:srgbClr val="999999"/>
              </a:buClr>
              <a:buSzPts val="2500"/>
              <a:buFont typeface="Barlow Condensed Light"/>
              <a:buNone/>
              <a:defRPr sz="2500">
                <a:solidFill>
                  <a:srgbClr val="999999"/>
                </a:solidFill>
                <a:latin typeface="Barlow Condensed Light"/>
                <a:ea typeface="Barlow Condensed Light"/>
                <a:cs typeface="Barlow Condensed Light"/>
                <a:sym typeface="Barlow Condensed Light"/>
              </a:defRPr>
            </a:lvl3pPr>
            <a:lvl4pPr lvl="3" rtl="0">
              <a:spcBef>
                <a:spcPts val="0"/>
              </a:spcBef>
              <a:spcAft>
                <a:spcPts val="0"/>
              </a:spcAft>
              <a:buClr>
                <a:srgbClr val="999999"/>
              </a:buClr>
              <a:buSzPts val="2500"/>
              <a:buFont typeface="Barlow Condensed Light"/>
              <a:buNone/>
              <a:defRPr sz="2500">
                <a:solidFill>
                  <a:srgbClr val="999999"/>
                </a:solidFill>
                <a:latin typeface="Barlow Condensed Light"/>
                <a:ea typeface="Barlow Condensed Light"/>
                <a:cs typeface="Barlow Condensed Light"/>
                <a:sym typeface="Barlow Condensed Light"/>
              </a:defRPr>
            </a:lvl4pPr>
            <a:lvl5pPr lvl="4" rtl="0">
              <a:spcBef>
                <a:spcPts val="0"/>
              </a:spcBef>
              <a:spcAft>
                <a:spcPts val="0"/>
              </a:spcAft>
              <a:buClr>
                <a:srgbClr val="999999"/>
              </a:buClr>
              <a:buSzPts val="2500"/>
              <a:buFont typeface="Barlow Condensed Light"/>
              <a:buNone/>
              <a:defRPr sz="2500">
                <a:solidFill>
                  <a:srgbClr val="999999"/>
                </a:solidFill>
                <a:latin typeface="Barlow Condensed Light"/>
                <a:ea typeface="Barlow Condensed Light"/>
                <a:cs typeface="Barlow Condensed Light"/>
                <a:sym typeface="Barlow Condensed Light"/>
              </a:defRPr>
            </a:lvl5pPr>
            <a:lvl6pPr lvl="5" rtl="0">
              <a:spcBef>
                <a:spcPts val="0"/>
              </a:spcBef>
              <a:spcAft>
                <a:spcPts val="0"/>
              </a:spcAft>
              <a:buClr>
                <a:srgbClr val="999999"/>
              </a:buClr>
              <a:buSzPts val="2500"/>
              <a:buFont typeface="Barlow Condensed Light"/>
              <a:buNone/>
              <a:defRPr sz="2500">
                <a:solidFill>
                  <a:srgbClr val="999999"/>
                </a:solidFill>
                <a:latin typeface="Barlow Condensed Light"/>
                <a:ea typeface="Barlow Condensed Light"/>
                <a:cs typeface="Barlow Condensed Light"/>
                <a:sym typeface="Barlow Condensed Light"/>
              </a:defRPr>
            </a:lvl6pPr>
            <a:lvl7pPr lvl="6" rtl="0">
              <a:spcBef>
                <a:spcPts val="0"/>
              </a:spcBef>
              <a:spcAft>
                <a:spcPts val="0"/>
              </a:spcAft>
              <a:buClr>
                <a:srgbClr val="999999"/>
              </a:buClr>
              <a:buSzPts val="2500"/>
              <a:buFont typeface="Barlow Condensed Light"/>
              <a:buNone/>
              <a:defRPr sz="2500">
                <a:solidFill>
                  <a:srgbClr val="999999"/>
                </a:solidFill>
                <a:latin typeface="Barlow Condensed Light"/>
                <a:ea typeface="Barlow Condensed Light"/>
                <a:cs typeface="Barlow Condensed Light"/>
                <a:sym typeface="Barlow Condensed Light"/>
              </a:defRPr>
            </a:lvl7pPr>
            <a:lvl8pPr lvl="7" rtl="0">
              <a:spcBef>
                <a:spcPts val="0"/>
              </a:spcBef>
              <a:spcAft>
                <a:spcPts val="0"/>
              </a:spcAft>
              <a:buClr>
                <a:srgbClr val="999999"/>
              </a:buClr>
              <a:buSzPts val="2500"/>
              <a:buFont typeface="Barlow Condensed Light"/>
              <a:buNone/>
              <a:defRPr sz="2500">
                <a:solidFill>
                  <a:srgbClr val="999999"/>
                </a:solidFill>
                <a:latin typeface="Barlow Condensed Light"/>
                <a:ea typeface="Barlow Condensed Light"/>
                <a:cs typeface="Barlow Condensed Light"/>
                <a:sym typeface="Barlow Condensed Light"/>
              </a:defRPr>
            </a:lvl8pPr>
            <a:lvl9pPr lvl="8" rtl="0">
              <a:spcBef>
                <a:spcPts val="0"/>
              </a:spcBef>
              <a:spcAft>
                <a:spcPts val="0"/>
              </a:spcAft>
              <a:buClr>
                <a:srgbClr val="999999"/>
              </a:buClr>
              <a:buSzPts val="2500"/>
              <a:buFont typeface="Barlow Condensed Light"/>
              <a:buNone/>
              <a:defRPr sz="2500">
                <a:solidFill>
                  <a:srgbClr val="999999"/>
                </a:solidFill>
                <a:latin typeface="Barlow Condensed Light"/>
                <a:ea typeface="Barlow Condensed Light"/>
                <a:cs typeface="Barlow Condensed Light"/>
                <a:sym typeface="Barlow Condensed Light"/>
              </a:defRPr>
            </a:lvl9pPr>
          </a:lstStyle>
          <a:p>
            <a:endParaRPr/>
          </a:p>
        </p:txBody>
      </p:sp>
      <p:pic>
        <p:nvPicPr>
          <p:cNvPr id="68" name="Google Shape;68;p15"/>
          <p:cNvPicPr preferRelativeResize="0"/>
          <p:nvPr/>
        </p:nvPicPr>
        <p:blipFill>
          <a:blip r:embed="rId3">
            <a:alphaModFix/>
          </a:blip>
          <a:stretch>
            <a:fillRect/>
          </a:stretch>
        </p:blipFill>
        <p:spPr>
          <a:xfrm>
            <a:off x="8569500" y="4616172"/>
            <a:ext cx="262800" cy="322059"/>
          </a:xfrm>
          <a:prstGeom prst="rect">
            <a:avLst/>
          </a:prstGeom>
          <a:noFill/>
          <a:ln>
            <a:noFill/>
          </a:ln>
        </p:spPr>
      </p:pic>
      <p:sp>
        <p:nvSpPr>
          <p:cNvPr id="69" name="Google Shape;69;p15"/>
          <p:cNvSpPr txBox="1">
            <a:spLocks noGrp="1"/>
          </p:cNvSpPr>
          <p:nvPr>
            <p:ph type="title" idx="2"/>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o logo 1">
  <p:cSld name="BLANK_1_1">
    <p:spTree>
      <p:nvGrpSpPr>
        <p:cNvPr id="1" name="Shape 70"/>
        <p:cNvGrpSpPr/>
        <p:nvPr/>
      </p:nvGrpSpPr>
      <p:grpSpPr>
        <a:xfrm>
          <a:off x="0" y="0"/>
          <a:ext cx="0" cy="0"/>
          <a:chOff x="0" y="0"/>
          <a:chExt cx="0" cy="0"/>
        </a:xfrm>
      </p:grpSpPr>
      <p:sp>
        <p:nvSpPr>
          <p:cNvPr id="71" name="Google Shape;71;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72" name="Google Shape;72;p16"/>
          <p:cNvSpPr txBox="1"/>
          <p:nvPr/>
        </p:nvSpPr>
        <p:spPr>
          <a:xfrm>
            <a:off x="4357425" y="4532100"/>
            <a:ext cx="441600" cy="4998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Barlow Condensed"/>
              <a:ea typeface="Barlow Condensed"/>
              <a:cs typeface="Barlow Condensed"/>
              <a:sym typeface="Barlow Condensed"/>
            </a:endParaRPr>
          </a:p>
        </p:txBody>
      </p:sp>
      <p:pic>
        <p:nvPicPr>
          <p:cNvPr id="73" name="Google Shape;73;p16"/>
          <p:cNvPicPr preferRelativeResize="0"/>
          <p:nvPr/>
        </p:nvPicPr>
        <p:blipFill>
          <a:blip r:embed="rId2">
            <a:alphaModFix/>
          </a:blip>
          <a:stretch>
            <a:fillRect/>
          </a:stretch>
        </p:blipFill>
        <p:spPr>
          <a:xfrm>
            <a:off x="0" y="0"/>
            <a:ext cx="9144000" cy="5143500"/>
          </a:xfrm>
          <a:prstGeom prst="rect">
            <a:avLst/>
          </a:prstGeom>
          <a:noFill/>
          <a:ln>
            <a:noFill/>
          </a:ln>
        </p:spPr>
      </p:pic>
      <p:sp>
        <p:nvSpPr>
          <p:cNvPr id="74" name="Google Shape;74;p16"/>
          <p:cNvSpPr txBox="1">
            <a:spLocks noGrp="1"/>
          </p:cNvSpPr>
          <p:nvPr>
            <p:ph type="title"/>
          </p:nvPr>
        </p:nvSpPr>
        <p:spPr>
          <a:xfrm rot="-5400000">
            <a:off x="6531100" y="2085650"/>
            <a:ext cx="42924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999999"/>
              </a:buClr>
              <a:buSzPts val="2500"/>
              <a:buFont typeface="Barlow Condensed Light"/>
              <a:buNone/>
              <a:defRPr sz="2500">
                <a:solidFill>
                  <a:srgbClr val="999999"/>
                </a:solidFill>
                <a:latin typeface="Barlow Condensed Light"/>
                <a:ea typeface="Barlow Condensed Light"/>
                <a:cs typeface="Barlow Condensed Light"/>
                <a:sym typeface="Barlow Condensed Light"/>
              </a:defRPr>
            </a:lvl1pPr>
            <a:lvl2pPr lvl="1" rtl="0">
              <a:spcBef>
                <a:spcPts val="0"/>
              </a:spcBef>
              <a:spcAft>
                <a:spcPts val="0"/>
              </a:spcAft>
              <a:buClr>
                <a:srgbClr val="999999"/>
              </a:buClr>
              <a:buSzPts val="2500"/>
              <a:buFont typeface="Barlow Condensed Light"/>
              <a:buNone/>
              <a:defRPr sz="2500">
                <a:solidFill>
                  <a:srgbClr val="999999"/>
                </a:solidFill>
                <a:latin typeface="Barlow Condensed Light"/>
                <a:ea typeface="Barlow Condensed Light"/>
                <a:cs typeface="Barlow Condensed Light"/>
                <a:sym typeface="Barlow Condensed Light"/>
              </a:defRPr>
            </a:lvl2pPr>
            <a:lvl3pPr lvl="2" rtl="0">
              <a:spcBef>
                <a:spcPts val="0"/>
              </a:spcBef>
              <a:spcAft>
                <a:spcPts val="0"/>
              </a:spcAft>
              <a:buClr>
                <a:srgbClr val="999999"/>
              </a:buClr>
              <a:buSzPts val="2500"/>
              <a:buFont typeface="Barlow Condensed Light"/>
              <a:buNone/>
              <a:defRPr sz="2500">
                <a:solidFill>
                  <a:srgbClr val="999999"/>
                </a:solidFill>
                <a:latin typeface="Barlow Condensed Light"/>
                <a:ea typeface="Barlow Condensed Light"/>
                <a:cs typeface="Barlow Condensed Light"/>
                <a:sym typeface="Barlow Condensed Light"/>
              </a:defRPr>
            </a:lvl3pPr>
            <a:lvl4pPr lvl="3" rtl="0">
              <a:spcBef>
                <a:spcPts val="0"/>
              </a:spcBef>
              <a:spcAft>
                <a:spcPts val="0"/>
              </a:spcAft>
              <a:buClr>
                <a:srgbClr val="999999"/>
              </a:buClr>
              <a:buSzPts val="2500"/>
              <a:buFont typeface="Barlow Condensed Light"/>
              <a:buNone/>
              <a:defRPr sz="2500">
                <a:solidFill>
                  <a:srgbClr val="999999"/>
                </a:solidFill>
                <a:latin typeface="Barlow Condensed Light"/>
                <a:ea typeface="Barlow Condensed Light"/>
                <a:cs typeface="Barlow Condensed Light"/>
                <a:sym typeface="Barlow Condensed Light"/>
              </a:defRPr>
            </a:lvl4pPr>
            <a:lvl5pPr lvl="4" rtl="0">
              <a:spcBef>
                <a:spcPts val="0"/>
              </a:spcBef>
              <a:spcAft>
                <a:spcPts val="0"/>
              </a:spcAft>
              <a:buClr>
                <a:srgbClr val="999999"/>
              </a:buClr>
              <a:buSzPts val="2500"/>
              <a:buFont typeface="Barlow Condensed Light"/>
              <a:buNone/>
              <a:defRPr sz="2500">
                <a:solidFill>
                  <a:srgbClr val="999999"/>
                </a:solidFill>
                <a:latin typeface="Barlow Condensed Light"/>
                <a:ea typeface="Barlow Condensed Light"/>
                <a:cs typeface="Barlow Condensed Light"/>
                <a:sym typeface="Barlow Condensed Light"/>
              </a:defRPr>
            </a:lvl5pPr>
            <a:lvl6pPr lvl="5" rtl="0">
              <a:spcBef>
                <a:spcPts val="0"/>
              </a:spcBef>
              <a:spcAft>
                <a:spcPts val="0"/>
              </a:spcAft>
              <a:buClr>
                <a:srgbClr val="999999"/>
              </a:buClr>
              <a:buSzPts val="2500"/>
              <a:buFont typeface="Barlow Condensed Light"/>
              <a:buNone/>
              <a:defRPr sz="2500">
                <a:solidFill>
                  <a:srgbClr val="999999"/>
                </a:solidFill>
                <a:latin typeface="Barlow Condensed Light"/>
                <a:ea typeface="Barlow Condensed Light"/>
                <a:cs typeface="Barlow Condensed Light"/>
                <a:sym typeface="Barlow Condensed Light"/>
              </a:defRPr>
            </a:lvl6pPr>
            <a:lvl7pPr lvl="6" rtl="0">
              <a:spcBef>
                <a:spcPts val="0"/>
              </a:spcBef>
              <a:spcAft>
                <a:spcPts val="0"/>
              </a:spcAft>
              <a:buClr>
                <a:srgbClr val="999999"/>
              </a:buClr>
              <a:buSzPts val="2500"/>
              <a:buFont typeface="Barlow Condensed Light"/>
              <a:buNone/>
              <a:defRPr sz="2500">
                <a:solidFill>
                  <a:srgbClr val="999999"/>
                </a:solidFill>
                <a:latin typeface="Barlow Condensed Light"/>
                <a:ea typeface="Barlow Condensed Light"/>
                <a:cs typeface="Barlow Condensed Light"/>
                <a:sym typeface="Barlow Condensed Light"/>
              </a:defRPr>
            </a:lvl7pPr>
            <a:lvl8pPr lvl="7" rtl="0">
              <a:spcBef>
                <a:spcPts val="0"/>
              </a:spcBef>
              <a:spcAft>
                <a:spcPts val="0"/>
              </a:spcAft>
              <a:buClr>
                <a:srgbClr val="999999"/>
              </a:buClr>
              <a:buSzPts val="2500"/>
              <a:buFont typeface="Barlow Condensed Light"/>
              <a:buNone/>
              <a:defRPr sz="2500">
                <a:solidFill>
                  <a:srgbClr val="999999"/>
                </a:solidFill>
                <a:latin typeface="Barlow Condensed Light"/>
                <a:ea typeface="Barlow Condensed Light"/>
                <a:cs typeface="Barlow Condensed Light"/>
                <a:sym typeface="Barlow Condensed Light"/>
              </a:defRPr>
            </a:lvl8pPr>
            <a:lvl9pPr lvl="8" rtl="0">
              <a:spcBef>
                <a:spcPts val="0"/>
              </a:spcBef>
              <a:spcAft>
                <a:spcPts val="0"/>
              </a:spcAft>
              <a:buClr>
                <a:srgbClr val="999999"/>
              </a:buClr>
              <a:buSzPts val="2500"/>
              <a:buFont typeface="Barlow Condensed Light"/>
              <a:buNone/>
              <a:defRPr sz="2500">
                <a:solidFill>
                  <a:srgbClr val="999999"/>
                </a:solidFill>
                <a:latin typeface="Barlow Condensed Light"/>
                <a:ea typeface="Barlow Condensed Light"/>
                <a:cs typeface="Barlow Condensed Light"/>
                <a:sym typeface="Barlow Condensed Light"/>
              </a:defRPr>
            </a:lvl9pPr>
          </a:lstStyle>
          <a:p>
            <a:endParaRPr/>
          </a:p>
        </p:txBody>
      </p:sp>
      <p:pic>
        <p:nvPicPr>
          <p:cNvPr id="75" name="Google Shape;75;p16"/>
          <p:cNvPicPr preferRelativeResize="0"/>
          <p:nvPr/>
        </p:nvPicPr>
        <p:blipFill>
          <a:blip r:embed="rId3">
            <a:alphaModFix/>
          </a:blip>
          <a:stretch>
            <a:fillRect/>
          </a:stretch>
        </p:blipFill>
        <p:spPr>
          <a:xfrm>
            <a:off x="8569500" y="4616172"/>
            <a:ext cx="262800" cy="322059"/>
          </a:xfrm>
          <a:prstGeom prst="rect">
            <a:avLst/>
          </a:prstGeom>
          <a:noFill/>
          <a:ln>
            <a:noFill/>
          </a:ln>
        </p:spPr>
      </p:pic>
      <p:sp>
        <p:nvSpPr>
          <p:cNvPr id="76" name="Google Shape;76;p16"/>
          <p:cNvSpPr txBox="1">
            <a:spLocks noGrp="1"/>
          </p:cNvSpPr>
          <p:nvPr>
            <p:ph type="title" idx="2"/>
          </p:nvPr>
        </p:nvSpPr>
        <p:spPr>
          <a:xfrm>
            <a:off x="1637250" y="2374950"/>
            <a:ext cx="5773800" cy="393600"/>
          </a:xfrm>
          <a:prstGeom prst="rect">
            <a:avLst/>
          </a:prstGeom>
        </p:spPr>
        <p:txBody>
          <a:bodyPr spcFirstLastPara="1" wrap="square" lIns="0" tIns="0" rIns="0" bIns="0" anchor="t" anchorCtr="0">
            <a:noAutofit/>
          </a:bodyPr>
          <a:lstStyle>
            <a:lvl1pPr lvl="0" rtl="0">
              <a:spcBef>
                <a:spcPts val="0"/>
              </a:spcBef>
              <a:spcAft>
                <a:spcPts val="0"/>
              </a:spcAft>
              <a:buClr>
                <a:srgbClr val="D93232"/>
              </a:buClr>
              <a:buSzPts val="2800"/>
              <a:buNone/>
              <a:defRPr>
                <a:solidFill>
                  <a:srgbClr val="D93232"/>
                </a:solidFill>
              </a:defRPr>
            </a:lvl1pPr>
            <a:lvl2pPr lvl="1" rtl="0">
              <a:spcBef>
                <a:spcPts val="0"/>
              </a:spcBef>
              <a:spcAft>
                <a:spcPts val="0"/>
              </a:spcAft>
              <a:buClr>
                <a:srgbClr val="D93232"/>
              </a:buClr>
              <a:buSzPts val="2800"/>
              <a:buNone/>
              <a:defRPr>
                <a:solidFill>
                  <a:srgbClr val="D93232"/>
                </a:solidFill>
              </a:defRPr>
            </a:lvl2pPr>
            <a:lvl3pPr lvl="2" rtl="0">
              <a:spcBef>
                <a:spcPts val="0"/>
              </a:spcBef>
              <a:spcAft>
                <a:spcPts val="0"/>
              </a:spcAft>
              <a:buClr>
                <a:srgbClr val="D93232"/>
              </a:buClr>
              <a:buSzPts val="2800"/>
              <a:buNone/>
              <a:defRPr>
                <a:solidFill>
                  <a:srgbClr val="D93232"/>
                </a:solidFill>
              </a:defRPr>
            </a:lvl3pPr>
            <a:lvl4pPr lvl="3" rtl="0">
              <a:spcBef>
                <a:spcPts val="0"/>
              </a:spcBef>
              <a:spcAft>
                <a:spcPts val="0"/>
              </a:spcAft>
              <a:buClr>
                <a:srgbClr val="D93232"/>
              </a:buClr>
              <a:buSzPts val="2800"/>
              <a:buNone/>
              <a:defRPr>
                <a:solidFill>
                  <a:srgbClr val="D93232"/>
                </a:solidFill>
              </a:defRPr>
            </a:lvl4pPr>
            <a:lvl5pPr lvl="4" rtl="0">
              <a:spcBef>
                <a:spcPts val="0"/>
              </a:spcBef>
              <a:spcAft>
                <a:spcPts val="0"/>
              </a:spcAft>
              <a:buClr>
                <a:srgbClr val="D93232"/>
              </a:buClr>
              <a:buSzPts val="2800"/>
              <a:buNone/>
              <a:defRPr>
                <a:solidFill>
                  <a:srgbClr val="D93232"/>
                </a:solidFill>
              </a:defRPr>
            </a:lvl5pPr>
            <a:lvl6pPr lvl="5" rtl="0">
              <a:spcBef>
                <a:spcPts val="0"/>
              </a:spcBef>
              <a:spcAft>
                <a:spcPts val="0"/>
              </a:spcAft>
              <a:buClr>
                <a:srgbClr val="D93232"/>
              </a:buClr>
              <a:buSzPts val="2800"/>
              <a:buNone/>
              <a:defRPr>
                <a:solidFill>
                  <a:srgbClr val="D93232"/>
                </a:solidFill>
              </a:defRPr>
            </a:lvl6pPr>
            <a:lvl7pPr lvl="6" rtl="0">
              <a:spcBef>
                <a:spcPts val="0"/>
              </a:spcBef>
              <a:spcAft>
                <a:spcPts val="0"/>
              </a:spcAft>
              <a:buClr>
                <a:srgbClr val="D93232"/>
              </a:buClr>
              <a:buSzPts val="2800"/>
              <a:buNone/>
              <a:defRPr>
                <a:solidFill>
                  <a:srgbClr val="D93232"/>
                </a:solidFill>
              </a:defRPr>
            </a:lvl7pPr>
            <a:lvl8pPr lvl="7" rtl="0">
              <a:spcBef>
                <a:spcPts val="0"/>
              </a:spcBef>
              <a:spcAft>
                <a:spcPts val="0"/>
              </a:spcAft>
              <a:buClr>
                <a:srgbClr val="D93232"/>
              </a:buClr>
              <a:buSzPts val="2800"/>
              <a:buNone/>
              <a:defRPr>
                <a:solidFill>
                  <a:srgbClr val="D93232"/>
                </a:solidFill>
              </a:defRPr>
            </a:lvl8pPr>
            <a:lvl9pPr lvl="8" rtl="0">
              <a:spcBef>
                <a:spcPts val="0"/>
              </a:spcBef>
              <a:spcAft>
                <a:spcPts val="0"/>
              </a:spcAft>
              <a:buClr>
                <a:srgbClr val="D93232"/>
              </a:buClr>
              <a:buSzPts val="2800"/>
              <a:buNone/>
              <a:defRPr>
                <a:solidFill>
                  <a:srgbClr val="D93232"/>
                </a:solidFill>
              </a:defRPr>
            </a:lvl9pPr>
          </a:lstStyle>
          <a:p>
            <a:endParaRPr/>
          </a:p>
        </p:txBody>
      </p:sp>
      <p:sp>
        <p:nvSpPr>
          <p:cNvPr id="77" name="Google Shape;77;p16"/>
          <p:cNvSpPr txBox="1">
            <a:spLocks noGrp="1"/>
          </p:cNvSpPr>
          <p:nvPr>
            <p:ph type="title" idx="3"/>
          </p:nvPr>
        </p:nvSpPr>
        <p:spPr>
          <a:xfrm>
            <a:off x="1637250" y="2902375"/>
            <a:ext cx="5773800" cy="717900"/>
          </a:xfrm>
          <a:prstGeom prst="rect">
            <a:avLst/>
          </a:prstGeom>
        </p:spPr>
        <p:txBody>
          <a:bodyPr spcFirstLastPara="1" wrap="square" lIns="0" tIns="0" rIns="0" bIns="0" anchor="t" anchorCtr="0">
            <a:noAutofit/>
          </a:bodyPr>
          <a:lstStyle>
            <a:lvl1pPr lvl="0" rtl="0">
              <a:spcBef>
                <a:spcPts val="0"/>
              </a:spcBef>
              <a:spcAft>
                <a:spcPts val="0"/>
              </a:spcAft>
              <a:buSzPts val="1800"/>
              <a:buFont typeface="Barlow Condensed"/>
              <a:buNone/>
              <a:defRPr sz="1800">
                <a:latin typeface="Barlow Condensed"/>
                <a:ea typeface="Barlow Condensed"/>
                <a:cs typeface="Barlow Condensed"/>
                <a:sym typeface="Barlow Condensed"/>
              </a:defRPr>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1000"/>
              </a:spcBef>
              <a:spcAft>
                <a:spcPts val="0"/>
              </a:spcAft>
              <a:buSzPts val="1800"/>
              <a:buNone/>
              <a:defRPr sz="1800"/>
            </a:lvl4pPr>
            <a:lvl5pPr lvl="4" rtl="0">
              <a:spcBef>
                <a:spcPts val="1000"/>
              </a:spcBef>
              <a:spcAft>
                <a:spcPts val="0"/>
              </a:spcAft>
              <a:buSzPts val="1800"/>
              <a:buNone/>
              <a:defRPr sz="1800"/>
            </a:lvl5pPr>
            <a:lvl6pPr lvl="5" rtl="0">
              <a:spcBef>
                <a:spcPts val="1000"/>
              </a:spcBef>
              <a:spcAft>
                <a:spcPts val="0"/>
              </a:spcAft>
              <a:buSzPts val="1800"/>
              <a:buNone/>
              <a:defRPr sz="1800"/>
            </a:lvl6pPr>
            <a:lvl7pPr lvl="6" rtl="0">
              <a:spcBef>
                <a:spcPts val="1000"/>
              </a:spcBef>
              <a:spcAft>
                <a:spcPts val="0"/>
              </a:spcAft>
              <a:buSzPts val="1800"/>
              <a:buNone/>
              <a:defRPr sz="1800"/>
            </a:lvl7pPr>
            <a:lvl8pPr lvl="7" rtl="0">
              <a:spcBef>
                <a:spcPts val="1000"/>
              </a:spcBef>
              <a:spcAft>
                <a:spcPts val="0"/>
              </a:spcAft>
              <a:buSzPts val="1800"/>
              <a:buNone/>
              <a:defRPr sz="1800"/>
            </a:lvl8pPr>
            <a:lvl9pPr lvl="8" rtl="0">
              <a:spcBef>
                <a:spcPts val="1000"/>
              </a:spcBef>
              <a:spcAft>
                <a:spcPts val="1000"/>
              </a:spcAft>
              <a:buSzPts val="1800"/>
              <a:buNone/>
              <a:defRPr sz="18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resentazione business - cover">
  <p:cSld name="CUSTOM">
    <p:spTree>
      <p:nvGrpSpPr>
        <p:cNvPr id="1" name="Shape 78"/>
        <p:cNvGrpSpPr/>
        <p:nvPr/>
      </p:nvGrpSpPr>
      <p:grpSpPr>
        <a:xfrm>
          <a:off x="0" y="0"/>
          <a:ext cx="0" cy="0"/>
          <a:chOff x="0" y="0"/>
          <a:chExt cx="0" cy="0"/>
        </a:xfrm>
      </p:grpSpPr>
      <p:pic>
        <p:nvPicPr>
          <p:cNvPr id="79" name="Google Shape;79;p17"/>
          <p:cNvPicPr preferRelativeResize="0"/>
          <p:nvPr/>
        </p:nvPicPr>
        <p:blipFill>
          <a:blip r:embed="rId2">
            <a:alphaModFix/>
          </a:blip>
          <a:stretch>
            <a:fillRect/>
          </a:stretch>
        </p:blipFill>
        <p:spPr>
          <a:xfrm>
            <a:off x="0" y="0"/>
            <a:ext cx="9144000" cy="5143489"/>
          </a:xfrm>
          <a:prstGeom prst="rect">
            <a:avLst/>
          </a:prstGeom>
          <a:noFill/>
          <a:ln>
            <a:noFill/>
          </a:ln>
        </p:spPr>
      </p:pic>
      <p:sp>
        <p:nvSpPr>
          <p:cNvPr id="80" name="Google Shape;80;p17"/>
          <p:cNvSpPr txBox="1">
            <a:spLocks noGrp="1"/>
          </p:cNvSpPr>
          <p:nvPr>
            <p:ph type="title"/>
          </p:nvPr>
        </p:nvSpPr>
        <p:spPr>
          <a:xfrm>
            <a:off x="1673550" y="1997225"/>
            <a:ext cx="6129000" cy="841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D93232"/>
              </a:buClr>
              <a:buSzPts val="4000"/>
              <a:buNone/>
              <a:defRPr sz="4000">
                <a:solidFill>
                  <a:srgbClr val="D93232"/>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81" name="Google Shape;81;p17"/>
          <p:cNvSpPr txBox="1">
            <a:spLocks noGrp="1"/>
          </p:cNvSpPr>
          <p:nvPr>
            <p:ph type="subTitle" idx="1"/>
          </p:nvPr>
        </p:nvSpPr>
        <p:spPr>
          <a:xfrm>
            <a:off x="1673550" y="2769797"/>
            <a:ext cx="5851800" cy="5631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3000">
                <a:solidFill>
                  <a:srgbClr val="FFFFFF"/>
                </a:solidFill>
                <a:latin typeface="Barlow Condensed Light"/>
                <a:ea typeface="Barlow Condensed Light"/>
                <a:cs typeface="Barlow Condensed Light"/>
                <a:sym typeface="Barlow Condensed Light"/>
              </a:defRPr>
            </a:lvl1pPr>
            <a:lvl2pPr lvl="1" rtl="0">
              <a:spcBef>
                <a:spcPts val="1600"/>
              </a:spcBef>
              <a:spcAft>
                <a:spcPts val="0"/>
              </a:spcAft>
              <a:buNone/>
              <a:defRPr sz="5000">
                <a:solidFill>
                  <a:srgbClr val="FFFFFF"/>
                </a:solidFill>
                <a:latin typeface="Barlow Condensed Light"/>
                <a:ea typeface="Barlow Condensed Light"/>
                <a:cs typeface="Barlow Condensed Light"/>
                <a:sym typeface="Barlow Condensed Light"/>
              </a:defRPr>
            </a:lvl2pPr>
            <a:lvl3pPr lvl="2" rtl="0">
              <a:spcBef>
                <a:spcPts val="1600"/>
              </a:spcBef>
              <a:spcAft>
                <a:spcPts val="0"/>
              </a:spcAft>
              <a:buNone/>
              <a:defRPr sz="5000">
                <a:solidFill>
                  <a:srgbClr val="FFFFFF"/>
                </a:solidFill>
                <a:latin typeface="Barlow Condensed Light"/>
                <a:ea typeface="Barlow Condensed Light"/>
                <a:cs typeface="Barlow Condensed Light"/>
                <a:sym typeface="Barlow Condensed Light"/>
              </a:defRPr>
            </a:lvl3pPr>
            <a:lvl4pPr lvl="3" rtl="0">
              <a:spcBef>
                <a:spcPts val="1600"/>
              </a:spcBef>
              <a:spcAft>
                <a:spcPts val="0"/>
              </a:spcAft>
              <a:buNone/>
              <a:defRPr sz="5000">
                <a:solidFill>
                  <a:srgbClr val="FFFFFF"/>
                </a:solidFill>
                <a:latin typeface="Barlow Condensed Light"/>
                <a:ea typeface="Barlow Condensed Light"/>
                <a:cs typeface="Barlow Condensed Light"/>
                <a:sym typeface="Barlow Condensed Light"/>
              </a:defRPr>
            </a:lvl4pPr>
            <a:lvl5pPr lvl="4" rtl="0">
              <a:spcBef>
                <a:spcPts val="1600"/>
              </a:spcBef>
              <a:spcAft>
                <a:spcPts val="0"/>
              </a:spcAft>
              <a:buNone/>
              <a:defRPr sz="5000">
                <a:solidFill>
                  <a:srgbClr val="FFFFFF"/>
                </a:solidFill>
                <a:latin typeface="Barlow Condensed Light"/>
                <a:ea typeface="Barlow Condensed Light"/>
                <a:cs typeface="Barlow Condensed Light"/>
                <a:sym typeface="Barlow Condensed Light"/>
              </a:defRPr>
            </a:lvl5pPr>
            <a:lvl6pPr lvl="5" rtl="0">
              <a:spcBef>
                <a:spcPts val="1600"/>
              </a:spcBef>
              <a:spcAft>
                <a:spcPts val="0"/>
              </a:spcAft>
              <a:buNone/>
              <a:defRPr sz="5000">
                <a:solidFill>
                  <a:srgbClr val="FFFFFF"/>
                </a:solidFill>
                <a:latin typeface="Barlow Condensed Light"/>
                <a:ea typeface="Barlow Condensed Light"/>
                <a:cs typeface="Barlow Condensed Light"/>
                <a:sym typeface="Barlow Condensed Light"/>
              </a:defRPr>
            </a:lvl6pPr>
            <a:lvl7pPr lvl="6" rtl="0">
              <a:spcBef>
                <a:spcPts val="1600"/>
              </a:spcBef>
              <a:spcAft>
                <a:spcPts val="0"/>
              </a:spcAft>
              <a:buNone/>
              <a:defRPr sz="5000">
                <a:solidFill>
                  <a:srgbClr val="FFFFFF"/>
                </a:solidFill>
                <a:latin typeface="Barlow Condensed Light"/>
                <a:ea typeface="Barlow Condensed Light"/>
                <a:cs typeface="Barlow Condensed Light"/>
                <a:sym typeface="Barlow Condensed Light"/>
              </a:defRPr>
            </a:lvl7pPr>
            <a:lvl8pPr lvl="7" rtl="0">
              <a:spcBef>
                <a:spcPts val="1600"/>
              </a:spcBef>
              <a:spcAft>
                <a:spcPts val="0"/>
              </a:spcAft>
              <a:buNone/>
              <a:defRPr sz="5000">
                <a:solidFill>
                  <a:srgbClr val="FFFFFF"/>
                </a:solidFill>
                <a:latin typeface="Barlow Condensed Light"/>
                <a:ea typeface="Barlow Condensed Light"/>
                <a:cs typeface="Barlow Condensed Light"/>
                <a:sym typeface="Barlow Condensed Light"/>
              </a:defRPr>
            </a:lvl8pPr>
            <a:lvl9pPr lvl="8" rtl="0">
              <a:spcBef>
                <a:spcPts val="1600"/>
              </a:spcBef>
              <a:spcAft>
                <a:spcPts val="1600"/>
              </a:spcAft>
              <a:buNone/>
              <a:defRPr sz="5000">
                <a:solidFill>
                  <a:srgbClr val="FFFFFF"/>
                </a:solidFill>
                <a:latin typeface="Barlow Condensed Light"/>
                <a:ea typeface="Barlow Condensed Light"/>
                <a:cs typeface="Barlow Condensed Light"/>
                <a:sym typeface="Barlow Condensed Light"/>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3 - 2">
  <p:cSld name="CUSTOM_2">
    <p:spTree>
      <p:nvGrpSpPr>
        <p:cNvPr id="1" name="Shape 82"/>
        <p:cNvGrpSpPr/>
        <p:nvPr/>
      </p:nvGrpSpPr>
      <p:grpSpPr>
        <a:xfrm>
          <a:off x="0" y="0"/>
          <a:ext cx="0" cy="0"/>
          <a:chOff x="0" y="0"/>
          <a:chExt cx="0" cy="0"/>
        </a:xfrm>
      </p:grpSpPr>
      <p:pic>
        <p:nvPicPr>
          <p:cNvPr id="83" name="Google Shape;83;p18"/>
          <p:cNvPicPr preferRelativeResize="0"/>
          <p:nvPr/>
        </p:nvPicPr>
        <p:blipFill>
          <a:blip r:embed="rId2">
            <a:alphaModFix/>
          </a:blip>
          <a:stretch>
            <a:fillRect/>
          </a:stretch>
        </p:blipFill>
        <p:spPr>
          <a:xfrm>
            <a:off x="0" y="0"/>
            <a:ext cx="9146410" cy="51435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3-2">
  <p:cSld name="CUSTOM_3">
    <p:spTree>
      <p:nvGrpSpPr>
        <p:cNvPr id="1" name="Shape 84"/>
        <p:cNvGrpSpPr/>
        <p:nvPr/>
      </p:nvGrpSpPr>
      <p:grpSpPr>
        <a:xfrm>
          <a:off x="0" y="0"/>
          <a:ext cx="0" cy="0"/>
          <a:chOff x="0" y="0"/>
          <a:chExt cx="0" cy="0"/>
        </a:xfrm>
      </p:grpSpPr>
      <p:pic>
        <p:nvPicPr>
          <p:cNvPr id="85" name="Google Shape;85;p19"/>
          <p:cNvPicPr preferRelativeResize="0"/>
          <p:nvPr/>
        </p:nvPicPr>
        <p:blipFill>
          <a:blip r:embed="rId2">
            <a:alphaModFix/>
          </a:blip>
          <a:stretch>
            <a:fillRect/>
          </a:stretch>
        </p:blipFill>
        <p:spPr>
          <a:xfrm>
            <a:off x="0" y="0"/>
            <a:ext cx="9143997" cy="514349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ustom Layout 1">
  <p:cSld name="CUSTOM_4">
    <p:spTree>
      <p:nvGrpSpPr>
        <p:cNvPr id="1" name="Shape 86"/>
        <p:cNvGrpSpPr/>
        <p:nvPr/>
      </p:nvGrpSpPr>
      <p:grpSpPr>
        <a:xfrm>
          <a:off x="0" y="0"/>
          <a:ext cx="0" cy="0"/>
          <a:chOff x="0" y="0"/>
          <a:chExt cx="0" cy="0"/>
        </a:xfrm>
      </p:grpSpPr>
      <p:pic>
        <p:nvPicPr>
          <p:cNvPr id="87" name="Google Shape;87;p20"/>
          <p:cNvPicPr preferRelativeResize="0"/>
          <p:nvPr/>
        </p:nvPicPr>
        <p:blipFill>
          <a:blip r:embed="rId2">
            <a:alphaModFix/>
          </a:blip>
          <a:stretch>
            <a:fillRect/>
          </a:stretch>
        </p:blipFill>
        <p:spPr>
          <a:xfrm>
            <a:off x="0" y="0"/>
            <a:ext cx="9143997" cy="514349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ustom Layout 2">
  <p:cSld name="CUSTOM_5">
    <p:spTree>
      <p:nvGrpSpPr>
        <p:cNvPr id="1" name="Shape 88"/>
        <p:cNvGrpSpPr/>
        <p:nvPr/>
      </p:nvGrpSpPr>
      <p:grpSpPr>
        <a:xfrm>
          <a:off x="0" y="0"/>
          <a:ext cx="0" cy="0"/>
          <a:chOff x="0" y="0"/>
          <a:chExt cx="0" cy="0"/>
        </a:xfrm>
      </p:grpSpPr>
      <p:pic>
        <p:nvPicPr>
          <p:cNvPr id="89" name="Google Shape;89;p21"/>
          <p:cNvPicPr preferRelativeResize="0"/>
          <p:nvPr/>
        </p:nvPicPr>
        <p:blipFill>
          <a:blip r:embed="rId2">
            <a:alphaModFix/>
          </a:blip>
          <a:stretch>
            <a:fillRect/>
          </a:stretch>
        </p:blipFill>
        <p:spPr>
          <a:xfrm>
            <a:off x="0" y="0"/>
            <a:ext cx="9143997" cy="514350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ustom Layout 3">
  <p:cSld name="CUSTOM_6">
    <p:spTree>
      <p:nvGrpSpPr>
        <p:cNvPr id="1" name="Shape 90"/>
        <p:cNvGrpSpPr/>
        <p:nvPr/>
      </p:nvGrpSpPr>
      <p:grpSpPr>
        <a:xfrm>
          <a:off x="0" y="0"/>
          <a:ext cx="0" cy="0"/>
          <a:chOff x="0" y="0"/>
          <a:chExt cx="0" cy="0"/>
        </a:xfrm>
      </p:grpSpPr>
      <p:pic>
        <p:nvPicPr>
          <p:cNvPr id="91" name="Google Shape;91;p22"/>
          <p:cNvPicPr preferRelativeResize="0"/>
          <p:nvPr/>
        </p:nvPicPr>
        <p:blipFill>
          <a:blip r:embed="rId2">
            <a:alphaModFix/>
          </a:blip>
          <a:stretch>
            <a:fillRect/>
          </a:stretch>
        </p:blipFill>
        <p:spPr>
          <a:xfrm>
            <a:off x="0" y="0"/>
            <a:ext cx="9144018" cy="514350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ustom Layout 4">
  <p:cSld name="CUSTOM_7">
    <p:spTree>
      <p:nvGrpSpPr>
        <p:cNvPr id="1" name="Shape 92"/>
        <p:cNvGrpSpPr/>
        <p:nvPr/>
      </p:nvGrpSpPr>
      <p:grpSpPr>
        <a:xfrm>
          <a:off x="0" y="0"/>
          <a:ext cx="0" cy="0"/>
          <a:chOff x="0" y="0"/>
          <a:chExt cx="0" cy="0"/>
        </a:xfrm>
      </p:grpSpPr>
      <p:pic>
        <p:nvPicPr>
          <p:cNvPr id="93" name="Google Shape;93;p23"/>
          <p:cNvPicPr preferRelativeResize="0"/>
          <p:nvPr/>
        </p:nvPicPr>
        <p:blipFill>
          <a:blip r:embed="rId2">
            <a:alphaModFix/>
          </a:blip>
          <a:stretch>
            <a:fillRect/>
          </a:stretch>
        </p:blipFill>
        <p:spPr>
          <a:xfrm>
            <a:off x="0" y="0"/>
            <a:ext cx="9143997" cy="514349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ustom Layout 5">
  <p:cSld name="CUSTOM_8">
    <p:spTree>
      <p:nvGrpSpPr>
        <p:cNvPr id="1" name="Shape 94"/>
        <p:cNvGrpSpPr/>
        <p:nvPr/>
      </p:nvGrpSpPr>
      <p:grpSpPr>
        <a:xfrm>
          <a:off x="0" y="0"/>
          <a:ext cx="0" cy="0"/>
          <a:chOff x="0" y="0"/>
          <a:chExt cx="0" cy="0"/>
        </a:xfrm>
      </p:grpSpPr>
      <p:pic>
        <p:nvPicPr>
          <p:cNvPr id="95" name="Google Shape;95;p24"/>
          <p:cNvPicPr preferRelativeResize="0"/>
          <p:nvPr/>
        </p:nvPicPr>
        <p:blipFill>
          <a:blip r:embed="rId2">
            <a:alphaModFix/>
          </a:blip>
          <a:stretch>
            <a:fillRect/>
          </a:stretch>
        </p:blipFill>
        <p:spPr>
          <a:xfrm>
            <a:off x="0" y="0"/>
            <a:ext cx="9143997" cy="514349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ustom Layout 6">
  <p:cSld name="CUSTOM_9">
    <p:spTree>
      <p:nvGrpSpPr>
        <p:cNvPr id="1" name="Shape 96"/>
        <p:cNvGrpSpPr/>
        <p:nvPr/>
      </p:nvGrpSpPr>
      <p:grpSpPr>
        <a:xfrm>
          <a:off x="0" y="0"/>
          <a:ext cx="0" cy="0"/>
          <a:chOff x="0" y="0"/>
          <a:chExt cx="0" cy="0"/>
        </a:xfrm>
      </p:grpSpPr>
      <p:pic>
        <p:nvPicPr>
          <p:cNvPr id="97" name="Google Shape;97;p25"/>
          <p:cNvPicPr preferRelativeResize="0"/>
          <p:nvPr/>
        </p:nvPicPr>
        <p:blipFill>
          <a:blip r:embed="rId2">
            <a:alphaModFix/>
          </a:blip>
          <a:stretch>
            <a:fillRect/>
          </a:stretch>
        </p:blipFill>
        <p:spPr>
          <a:xfrm>
            <a:off x="0" y="0"/>
            <a:ext cx="9143997" cy="514349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ustom Layout 6 1">
  <p:cSld name="CUSTOM_9_1">
    <p:spTree>
      <p:nvGrpSpPr>
        <p:cNvPr id="1" name="Shape 98"/>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ustom Layout 7">
  <p:cSld name="CUSTOM_10">
    <p:spTree>
      <p:nvGrpSpPr>
        <p:cNvPr id="1" name="Shape 99"/>
        <p:cNvGrpSpPr/>
        <p:nvPr/>
      </p:nvGrpSpPr>
      <p:grpSpPr>
        <a:xfrm>
          <a:off x="0" y="0"/>
          <a:ext cx="0" cy="0"/>
          <a:chOff x="0" y="0"/>
          <a:chExt cx="0" cy="0"/>
        </a:xfrm>
      </p:grpSpPr>
      <p:pic>
        <p:nvPicPr>
          <p:cNvPr id="100" name="Google Shape;100;p27"/>
          <p:cNvPicPr preferRelativeResize="0"/>
          <p:nvPr/>
        </p:nvPicPr>
        <p:blipFill>
          <a:blip r:embed="rId2">
            <a:alphaModFix/>
          </a:blip>
          <a:stretch>
            <a:fillRect/>
          </a:stretch>
        </p:blipFill>
        <p:spPr>
          <a:xfrm>
            <a:off x="0" y="0"/>
            <a:ext cx="9144003" cy="514350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Barlow Condensed Medium"/>
              <a:buNone/>
              <a:defRPr sz="2800">
                <a:solidFill>
                  <a:schemeClr val="dk1"/>
                </a:solidFill>
                <a:latin typeface="Barlow Condensed Medium"/>
                <a:ea typeface="Barlow Condensed Medium"/>
                <a:cs typeface="Barlow Condensed Medium"/>
                <a:sym typeface="Barlow Condensed Medium"/>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rgbClr val="D93232"/>
              </a:buClr>
              <a:buSzPts val="1800"/>
              <a:buFont typeface="Barlow Condensed"/>
              <a:buChar char="●"/>
              <a:defRPr sz="1800">
                <a:latin typeface="Barlow Condensed"/>
                <a:ea typeface="Barlow Condensed"/>
                <a:cs typeface="Barlow Condensed"/>
                <a:sym typeface="Barlow Condensed"/>
              </a:defRPr>
            </a:lvl1pPr>
            <a:lvl2pPr marL="914400" lvl="1" indent="-317500">
              <a:lnSpc>
                <a:spcPct val="115000"/>
              </a:lnSpc>
              <a:spcBef>
                <a:spcPts val="1600"/>
              </a:spcBef>
              <a:spcAft>
                <a:spcPts val="0"/>
              </a:spcAft>
              <a:buClr>
                <a:srgbClr val="D93232"/>
              </a:buClr>
              <a:buSzPts val="1400"/>
              <a:buFont typeface="Barlow Condensed"/>
              <a:buChar char="○"/>
              <a:defRPr>
                <a:latin typeface="Barlow Condensed"/>
                <a:ea typeface="Barlow Condensed"/>
                <a:cs typeface="Barlow Condensed"/>
                <a:sym typeface="Barlow Condensed"/>
              </a:defRPr>
            </a:lvl2pPr>
            <a:lvl3pPr marL="1371600" lvl="2" indent="-317500">
              <a:lnSpc>
                <a:spcPct val="115000"/>
              </a:lnSpc>
              <a:spcBef>
                <a:spcPts val="1600"/>
              </a:spcBef>
              <a:spcAft>
                <a:spcPts val="0"/>
              </a:spcAft>
              <a:buClr>
                <a:srgbClr val="D93232"/>
              </a:buClr>
              <a:buSzPts val="1400"/>
              <a:buFont typeface="Barlow Condensed"/>
              <a:buChar char="■"/>
              <a:defRPr>
                <a:latin typeface="Barlow Condensed"/>
                <a:ea typeface="Barlow Condensed"/>
                <a:cs typeface="Barlow Condensed"/>
                <a:sym typeface="Barlow Condensed"/>
              </a:defRPr>
            </a:lvl3pPr>
            <a:lvl4pPr marL="1828800" lvl="3" indent="-317500">
              <a:lnSpc>
                <a:spcPct val="115000"/>
              </a:lnSpc>
              <a:spcBef>
                <a:spcPts val="1600"/>
              </a:spcBef>
              <a:spcAft>
                <a:spcPts val="0"/>
              </a:spcAft>
              <a:buClr>
                <a:srgbClr val="D93232"/>
              </a:buClr>
              <a:buSzPts val="1400"/>
              <a:buFont typeface="Barlow Condensed"/>
              <a:buChar char="●"/>
              <a:defRPr>
                <a:latin typeface="Barlow Condensed"/>
                <a:ea typeface="Barlow Condensed"/>
                <a:cs typeface="Barlow Condensed"/>
                <a:sym typeface="Barlow Condensed"/>
              </a:defRPr>
            </a:lvl4pPr>
            <a:lvl5pPr marL="2286000" lvl="4" indent="-317500">
              <a:lnSpc>
                <a:spcPct val="115000"/>
              </a:lnSpc>
              <a:spcBef>
                <a:spcPts val="1600"/>
              </a:spcBef>
              <a:spcAft>
                <a:spcPts val="0"/>
              </a:spcAft>
              <a:buClr>
                <a:srgbClr val="D93232"/>
              </a:buClr>
              <a:buSzPts val="1400"/>
              <a:buFont typeface="Barlow Condensed"/>
              <a:buChar char="○"/>
              <a:defRPr>
                <a:latin typeface="Barlow Condensed"/>
                <a:ea typeface="Barlow Condensed"/>
                <a:cs typeface="Barlow Condensed"/>
                <a:sym typeface="Barlow Condensed"/>
              </a:defRPr>
            </a:lvl5pPr>
            <a:lvl6pPr marL="2743200" lvl="5" indent="-317500">
              <a:lnSpc>
                <a:spcPct val="115000"/>
              </a:lnSpc>
              <a:spcBef>
                <a:spcPts val="1600"/>
              </a:spcBef>
              <a:spcAft>
                <a:spcPts val="0"/>
              </a:spcAft>
              <a:buClr>
                <a:srgbClr val="D93232"/>
              </a:buClr>
              <a:buSzPts val="1400"/>
              <a:buFont typeface="Barlow Condensed"/>
              <a:buChar char="■"/>
              <a:defRPr>
                <a:latin typeface="Barlow Condensed"/>
                <a:ea typeface="Barlow Condensed"/>
                <a:cs typeface="Barlow Condensed"/>
                <a:sym typeface="Barlow Condensed"/>
              </a:defRPr>
            </a:lvl6pPr>
            <a:lvl7pPr marL="3200400" lvl="6" indent="-317500">
              <a:lnSpc>
                <a:spcPct val="115000"/>
              </a:lnSpc>
              <a:spcBef>
                <a:spcPts val="1600"/>
              </a:spcBef>
              <a:spcAft>
                <a:spcPts val="0"/>
              </a:spcAft>
              <a:buClr>
                <a:srgbClr val="D93232"/>
              </a:buClr>
              <a:buSzPts val="1400"/>
              <a:buFont typeface="Barlow Condensed"/>
              <a:buChar char="●"/>
              <a:defRPr>
                <a:latin typeface="Barlow Condensed"/>
                <a:ea typeface="Barlow Condensed"/>
                <a:cs typeface="Barlow Condensed"/>
                <a:sym typeface="Barlow Condensed"/>
              </a:defRPr>
            </a:lvl7pPr>
            <a:lvl8pPr marL="3657600" lvl="7" indent="-317500">
              <a:lnSpc>
                <a:spcPct val="115000"/>
              </a:lnSpc>
              <a:spcBef>
                <a:spcPts val="1600"/>
              </a:spcBef>
              <a:spcAft>
                <a:spcPts val="0"/>
              </a:spcAft>
              <a:buClr>
                <a:srgbClr val="D93232"/>
              </a:buClr>
              <a:buSzPts val="1400"/>
              <a:buFont typeface="Barlow Condensed"/>
              <a:buChar char="○"/>
              <a:defRPr>
                <a:latin typeface="Barlow Condensed"/>
                <a:ea typeface="Barlow Condensed"/>
                <a:cs typeface="Barlow Condensed"/>
                <a:sym typeface="Barlow Condensed"/>
              </a:defRPr>
            </a:lvl8pPr>
            <a:lvl9pPr marL="4114800" lvl="8" indent="-317500">
              <a:lnSpc>
                <a:spcPct val="115000"/>
              </a:lnSpc>
              <a:spcBef>
                <a:spcPts val="1600"/>
              </a:spcBef>
              <a:spcAft>
                <a:spcPts val="1600"/>
              </a:spcAft>
              <a:buClr>
                <a:srgbClr val="D93232"/>
              </a:buClr>
              <a:buSzPts val="1400"/>
              <a:buFont typeface="Barlow Condensed"/>
              <a:buChar char="■"/>
              <a:defRPr>
                <a:latin typeface="Barlow Condensed"/>
                <a:ea typeface="Barlow Condensed"/>
                <a:cs typeface="Barlow Condensed"/>
                <a:sym typeface="Barlow Condensed"/>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27">
            <a:alphaModFix/>
          </a:blip>
          <a:stretch>
            <a:fillRect/>
          </a:stretch>
        </p:blipFill>
        <p:spPr>
          <a:xfrm>
            <a:off x="4440600" y="4663222"/>
            <a:ext cx="262800" cy="32205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hyperlink" Target="file:///C:\Work\CodicePlastico\adventofcode2025\2025-12-11.CompanyMeetingCP.sql"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CodicePlastico/adventofcode2025"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8"/>
          <p:cNvSpPr txBox="1">
            <a:spLocks noGrp="1"/>
          </p:cNvSpPr>
          <p:nvPr>
            <p:ph type="ctrTitle"/>
          </p:nvPr>
        </p:nvSpPr>
        <p:spPr>
          <a:xfrm>
            <a:off x="311700" y="2679192"/>
            <a:ext cx="8520600" cy="538200"/>
          </a:xfrm>
          <a:prstGeom prst="rect">
            <a:avLst/>
          </a:prstGeom>
        </p:spPr>
        <p:txBody>
          <a:bodyPr spcFirstLastPara="1" wrap="square" lIns="91425" tIns="91425" rIns="91425" bIns="91425" anchor="b" anchorCtr="0">
            <a:noAutofit/>
          </a:bodyPr>
          <a:lstStyle/>
          <a:p>
            <a:pPr lvl="0"/>
            <a:r>
              <a:rPr lang="en" dirty="0"/>
              <a:t>Advent of Code 2025 – Day 8</a:t>
            </a:r>
            <a:br>
              <a:rPr lang="en" dirty="0"/>
            </a:br>
            <a:r>
              <a:rPr lang="en-US" sz="1600" dirty="0"/>
              <a:t>When all you have is a hammer, everything looks suspiciously like a nail</a:t>
            </a:r>
            <a:endParaRPr sz="1600" dirty="0"/>
          </a:p>
        </p:txBody>
      </p:sp>
      <p:sp>
        <p:nvSpPr>
          <p:cNvPr id="106" name="Google Shape;106;p28"/>
          <p:cNvSpPr txBox="1">
            <a:spLocks noGrp="1"/>
          </p:cNvSpPr>
          <p:nvPr>
            <p:ph type="subTitle" idx="1"/>
          </p:nvPr>
        </p:nvSpPr>
        <p:spPr>
          <a:xfrm>
            <a:off x="362905" y="3296700"/>
            <a:ext cx="8520600" cy="504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Alberto Turelli</a:t>
            </a:r>
          </a:p>
          <a:p>
            <a:pPr marL="0" lvl="0" indent="0" algn="ctr" rtl="0">
              <a:spcBef>
                <a:spcPts val="0"/>
              </a:spcBef>
              <a:spcAft>
                <a:spcPts val="0"/>
              </a:spcAft>
              <a:buNone/>
            </a:pPr>
            <a:endParaRPr lang="en" dirty="0">
              <a:latin typeface="Barlow Condensed SemiBold"/>
              <a:ea typeface="Barlow Condensed SemiBold"/>
              <a:cs typeface="Barlow Condensed SemiBold"/>
              <a:sym typeface="Barlow Condensed SemiBold"/>
            </a:endParaRPr>
          </a:p>
          <a:p>
            <a:pPr marL="0" lvl="0" indent="0" algn="ctr" rtl="0">
              <a:spcBef>
                <a:spcPts val="0"/>
              </a:spcBef>
              <a:spcAft>
                <a:spcPts val="0"/>
              </a:spcAft>
              <a:buNone/>
            </a:pPr>
            <a:endParaRPr lang="en" dirty="0">
              <a:latin typeface="Barlow Condensed SemiBold"/>
              <a:ea typeface="Barlow Condensed SemiBold"/>
              <a:cs typeface="Barlow Condensed SemiBold"/>
              <a:sym typeface="Barlow Condensed SemiBold"/>
            </a:endParaRPr>
          </a:p>
          <a:p>
            <a:pPr marL="0" marR="0" lvl="0" indent="0" algn="ctr" rtl="0">
              <a:lnSpc>
                <a:spcPct val="115000"/>
              </a:lnSpc>
              <a:spcBef>
                <a:spcPts val="0"/>
              </a:spcBef>
              <a:spcAft>
                <a:spcPts val="0"/>
              </a:spcAft>
              <a:buNone/>
            </a:pPr>
            <a:r>
              <a:rPr lang="en" i="1" dirty="0"/>
              <a:t>Company meeting CodicePlastico, 11 dicembre 2025</a:t>
            </a:r>
            <a:endParaRPr i="1" dirty="0">
              <a:latin typeface="Barlow Condensed SemiBold"/>
              <a:ea typeface="Barlow Condensed SemiBold"/>
              <a:cs typeface="Barlow Condensed SemiBold"/>
              <a:sym typeface="Barlow Condensed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CBA96025-68C8-EE09-9F03-1EBBB448CD81}"/>
            </a:ext>
          </a:extLst>
        </p:cNvPr>
        <p:cNvGrpSpPr/>
        <p:nvPr/>
      </p:nvGrpSpPr>
      <p:grpSpPr>
        <a:xfrm>
          <a:off x="0" y="0"/>
          <a:ext cx="0" cy="0"/>
          <a:chOff x="0" y="0"/>
          <a:chExt cx="0" cy="0"/>
        </a:xfrm>
      </p:grpSpPr>
      <p:pic>
        <p:nvPicPr>
          <p:cNvPr id="120" name="Google Shape;120;p30">
            <a:extLst>
              <a:ext uri="{FF2B5EF4-FFF2-40B4-BE49-F238E27FC236}">
                <a16:creationId xmlns:a16="http://schemas.microsoft.com/office/drawing/2014/main" id="{67E63463-DEBF-4B22-D22B-17162344C66C}"/>
              </a:ext>
            </a:extLst>
          </p:cNvPr>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a:extLst>
              <a:ext uri="{FF2B5EF4-FFF2-40B4-BE49-F238E27FC236}">
                <a16:creationId xmlns:a16="http://schemas.microsoft.com/office/drawing/2014/main" id="{10A47B88-13FE-4A75-FFDE-3DE677E4D584}"/>
              </a:ext>
            </a:extLst>
          </p:cNvPr>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nSpc>
                <a:spcPct val="115000"/>
              </a:lnSpc>
              <a:buClr>
                <a:srgbClr val="D93232"/>
              </a:buClr>
              <a:buSzPts val="1600"/>
            </a:pPr>
            <a:endParaRPr lang="it-IT" sz="1600" dirty="0"/>
          </a:p>
        </p:txBody>
      </p:sp>
      <p:sp>
        <p:nvSpPr>
          <p:cNvPr id="3" name="Title 2">
            <a:extLst>
              <a:ext uri="{FF2B5EF4-FFF2-40B4-BE49-F238E27FC236}">
                <a16:creationId xmlns:a16="http://schemas.microsoft.com/office/drawing/2014/main" id="{BFC6D4F1-CD0D-1E46-766A-6717115FAD16}"/>
              </a:ext>
            </a:extLst>
          </p:cNvPr>
          <p:cNvSpPr>
            <a:spLocks noGrp="1"/>
          </p:cNvSpPr>
          <p:nvPr>
            <p:ph type="title"/>
          </p:nvPr>
        </p:nvSpPr>
        <p:spPr/>
        <p:txBody>
          <a:bodyPr/>
          <a:lstStyle/>
          <a:p>
            <a:endParaRPr lang="en-US"/>
          </a:p>
        </p:txBody>
      </p:sp>
      <p:pic>
        <p:nvPicPr>
          <p:cNvPr id="8" name="Picture 7" descr="A group of wires and a can&#10;&#10;AI-generated content may be incorrect.">
            <a:extLst>
              <a:ext uri="{FF2B5EF4-FFF2-40B4-BE49-F238E27FC236}">
                <a16:creationId xmlns:a16="http://schemas.microsoft.com/office/drawing/2014/main" id="{0CF61F30-331A-7A4B-88C3-E5FCB15E9902}"/>
              </a:ext>
            </a:extLst>
          </p:cNvPr>
          <p:cNvPicPr>
            <a:picLocks noChangeAspect="1"/>
          </p:cNvPicPr>
          <p:nvPr/>
        </p:nvPicPr>
        <p:blipFill>
          <a:blip r:embed="rId4"/>
          <a:stretch>
            <a:fillRect/>
          </a:stretch>
        </p:blipFill>
        <p:spPr>
          <a:xfrm>
            <a:off x="0" y="0"/>
            <a:ext cx="9144000" cy="5143500"/>
          </a:xfrm>
          <a:prstGeom prst="rect">
            <a:avLst/>
          </a:prstGeom>
        </p:spPr>
      </p:pic>
    </p:spTree>
    <p:extLst>
      <p:ext uri="{BB962C8B-B14F-4D97-AF65-F5344CB8AC3E}">
        <p14:creationId xmlns:p14="http://schemas.microsoft.com/office/powerpoint/2010/main" val="1198928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20" name="Google Shape;120;p30"/>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nSpc>
                <a:spcPct val="115000"/>
              </a:lnSpc>
              <a:buClr>
                <a:srgbClr val="D93232"/>
              </a:buClr>
              <a:buSzPts val="1600"/>
            </a:pPr>
            <a:r>
              <a:rPr lang="it-IT" sz="1600" dirty="0"/>
              <a:t>Gli elfi stanno cercando di capire quali scatole di derivazione collegare in modo che l'elettricità possa raggiungere tutte le scatole di derivazione. Hanno anche un elenco di tutte le posizioni delle scatole di derivazione nello spazio 3D. Ad esempio:</a:t>
            </a:r>
            <a:br>
              <a:rPr lang="it-IT" sz="1600" dirty="0"/>
            </a:br>
            <a:br>
              <a:rPr lang="it-IT" sz="1600" dirty="0"/>
            </a:br>
            <a:r>
              <a:rPr lang="it-IT" sz="1000" dirty="0"/>
              <a:t>162,817,812	57,618,57	906,360,560	592,479,940	352,342,300</a:t>
            </a:r>
            <a:br>
              <a:rPr lang="it-IT" sz="1000" dirty="0"/>
            </a:br>
            <a:r>
              <a:rPr lang="it-IT" sz="1000" dirty="0"/>
              <a:t>466,668,158	542,29,236	431,825,988	739,650,466	52,470,668</a:t>
            </a:r>
            <a:br>
              <a:rPr lang="it-IT" sz="1000" dirty="0"/>
            </a:br>
            <a:r>
              <a:rPr lang="it-IT" sz="1000" dirty="0"/>
              <a:t>216,146,977	819,987,18	117,168,530	805,96,715	346,949,466</a:t>
            </a:r>
            <a:br>
              <a:rPr lang="it-IT" sz="1000" dirty="0"/>
            </a:br>
            <a:r>
              <a:rPr lang="it-IT" sz="1000" dirty="0"/>
              <a:t>970,615,88	941,993,340	862,61,35	984,92,344	425,690,689</a:t>
            </a:r>
            <a:br>
              <a:rPr lang="it-IT" sz="1600" dirty="0"/>
            </a:br>
            <a:br>
              <a:rPr lang="it-IT" sz="1600" dirty="0"/>
            </a:br>
            <a:r>
              <a:rPr lang="it-IT" sz="1600" dirty="0"/>
              <a:t>Questo elenco descrive la posizione di 20 scatole di derivazione, una per ciascuna terna di valori.</a:t>
            </a:r>
            <a:br>
              <a:rPr lang="it-IT" sz="1600" dirty="0"/>
            </a:br>
            <a:endParaRPr sz="1600" dirty="0">
              <a:solidFill>
                <a:srgbClr val="FF0000"/>
              </a:solidFill>
              <a:latin typeface="Comic Mono" pitchFamily="1" charset="0"/>
            </a:endParaRPr>
          </a:p>
        </p:txBody>
      </p:sp>
      <p:sp>
        <p:nvSpPr>
          <p:cNvPr id="3" name="Title 2">
            <a:extLst>
              <a:ext uri="{FF2B5EF4-FFF2-40B4-BE49-F238E27FC236}">
                <a16:creationId xmlns:a16="http://schemas.microsoft.com/office/drawing/2014/main" id="{5CF37DEF-CB27-9FBB-044E-ED9BDF55C56B}"/>
              </a:ext>
            </a:extLst>
          </p:cNvPr>
          <p:cNvSpPr>
            <a:spLocks noGrp="1"/>
          </p:cNvSpPr>
          <p:nvPr>
            <p:ph type="title"/>
          </p:nvPr>
        </p:nvSpPr>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3C05D61-C01F-1F1A-5B1B-5A709D64AEF4}"/>
            </a:ext>
          </a:extLst>
        </p:cNvPr>
        <p:cNvGrpSpPr/>
        <p:nvPr/>
      </p:nvGrpSpPr>
      <p:grpSpPr>
        <a:xfrm>
          <a:off x="0" y="0"/>
          <a:ext cx="0" cy="0"/>
          <a:chOff x="0" y="0"/>
          <a:chExt cx="0" cy="0"/>
        </a:xfrm>
      </p:grpSpPr>
      <p:pic>
        <p:nvPicPr>
          <p:cNvPr id="120" name="Google Shape;120;p30">
            <a:extLst>
              <a:ext uri="{FF2B5EF4-FFF2-40B4-BE49-F238E27FC236}">
                <a16:creationId xmlns:a16="http://schemas.microsoft.com/office/drawing/2014/main" id="{852B7B8C-E835-EFF9-2A1C-374A2218DC8B}"/>
              </a:ext>
            </a:extLst>
          </p:cNvPr>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a:extLst>
              <a:ext uri="{FF2B5EF4-FFF2-40B4-BE49-F238E27FC236}">
                <a16:creationId xmlns:a16="http://schemas.microsoft.com/office/drawing/2014/main" id="{4D410E21-4AB6-667F-2F8E-2AFA0FBB1E71}"/>
              </a:ext>
            </a:extLst>
          </p:cNvPr>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nSpc>
                <a:spcPct val="115000"/>
              </a:lnSpc>
              <a:buClr>
                <a:srgbClr val="D93232"/>
              </a:buClr>
              <a:buSzPts val="1600"/>
            </a:pPr>
            <a:r>
              <a:rPr lang="it-IT" sz="1600" dirty="0"/>
              <a:t>Per risparmiare sulle luci a filo, gli Elfi vorrebbero concentrarsi sul collegamento di coppie di scatole di derivazione che siano il più vicine possibile tra loro in linea retta. In questo esempio, le due scatole di derivazione più vicine tra loro sono la 162,817,812 e la 425,690,689.</a:t>
            </a:r>
            <a:br>
              <a:rPr lang="it-IT" sz="1600" dirty="0"/>
            </a:br>
            <a:br>
              <a:rPr lang="it-IT" sz="1600" dirty="0"/>
            </a:br>
            <a:r>
              <a:rPr lang="it-IT" sz="1000" b="1" u="sng" dirty="0"/>
              <a:t>162,817,812</a:t>
            </a:r>
            <a:r>
              <a:rPr lang="it-IT" sz="1000" dirty="0"/>
              <a:t>	57,618,57	906,360,560	592,479,940	352,342,300</a:t>
            </a:r>
            <a:br>
              <a:rPr lang="it-IT" sz="1000" dirty="0"/>
            </a:br>
            <a:r>
              <a:rPr lang="it-IT" sz="1000" dirty="0"/>
              <a:t>466,668,158	542,29,236	431,825,988	739,650,466	52,470,668</a:t>
            </a:r>
            <a:br>
              <a:rPr lang="it-IT" sz="1000" dirty="0"/>
            </a:br>
            <a:r>
              <a:rPr lang="it-IT" sz="1000" dirty="0"/>
              <a:t>216,146,977	819,987,18	117,168,530	805,96,715	346,949,466</a:t>
            </a:r>
            <a:br>
              <a:rPr lang="it-IT" sz="1000" dirty="0"/>
            </a:br>
            <a:r>
              <a:rPr lang="it-IT" sz="1000" dirty="0"/>
              <a:t>970,615,88	941,993,340	862,61,35	984,92,344	</a:t>
            </a:r>
            <a:r>
              <a:rPr lang="it-IT" sz="1000" b="1" u="sng" dirty="0"/>
              <a:t>425,690,689</a:t>
            </a:r>
            <a:br>
              <a:rPr lang="it-IT" sz="1600" dirty="0"/>
            </a:br>
            <a:endParaRPr sz="1600" dirty="0">
              <a:solidFill>
                <a:srgbClr val="FF0000"/>
              </a:solidFill>
              <a:latin typeface="Comic Mono" pitchFamily="1" charset="0"/>
            </a:endParaRPr>
          </a:p>
        </p:txBody>
      </p:sp>
      <p:sp>
        <p:nvSpPr>
          <p:cNvPr id="3" name="Title 2">
            <a:extLst>
              <a:ext uri="{FF2B5EF4-FFF2-40B4-BE49-F238E27FC236}">
                <a16:creationId xmlns:a16="http://schemas.microsoft.com/office/drawing/2014/main" id="{21A38CE8-6608-693C-943B-D0079EE2239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550966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0603AB-A0FB-B4C0-BB1A-B3B2E357917E}"/>
            </a:ext>
          </a:extLst>
        </p:cNvPr>
        <p:cNvGrpSpPr/>
        <p:nvPr/>
      </p:nvGrpSpPr>
      <p:grpSpPr>
        <a:xfrm>
          <a:off x="0" y="0"/>
          <a:ext cx="0" cy="0"/>
          <a:chOff x="0" y="0"/>
          <a:chExt cx="0" cy="0"/>
        </a:xfrm>
      </p:grpSpPr>
      <p:pic>
        <p:nvPicPr>
          <p:cNvPr id="120" name="Google Shape;120;p30">
            <a:extLst>
              <a:ext uri="{FF2B5EF4-FFF2-40B4-BE49-F238E27FC236}">
                <a16:creationId xmlns:a16="http://schemas.microsoft.com/office/drawing/2014/main" id="{D0E1B001-F9EE-2FB8-7735-4992DC89DEE7}"/>
              </a:ext>
            </a:extLst>
          </p:cNvPr>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a:extLst>
              <a:ext uri="{FF2B5EF4-FFF2-40B4-BE49-F238E27FC236}">
                <a16:creationId xmlns:a16="http://schemas.microsoft.com/office/drawing/2014/main" id="{CA3A9B6E-CE0B-FF77-93FB-9BE2CCC51762}"/>
              </a:ext>
            </a:extLst>
          </p:cNvPr>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nSpc>
                <a:spcPct val="115000"/>
              </a:lnSpc>
              <a:buClr>
                <a:srgbClr val="D93232"/>
              </a:buClr>
              <a:buSzPts val="1600"/>
            </a:pPr>
            <a:r>
              <a:rPr lang="it-IT" sz="1600" dirty="0"/>
              <a:t>Per risparmiare sulle luci a filo, gli Elfi vorrebbero concentrarsi sul collegamento di coppie di scatole di derivazione che siano il più vicine possibile tra loro in linea retta. In questo esempio, le due scatole di derivazione più vicine tra loro sono la 162,817,812 e la 425,690,689.</a:t>
            </a:r>
            <a:br>
              <a:rPr lang="it-IT" sz="1600" dirty="0"/>
            </a:br>
            <a:br>
              <a:rPr lang="it-IT" sz="1600" dirty="0"/>
            </a:br>
            <a:r>
              <a:rPr lang="it-IT" sz="1000" dirty="0">
                <a:highlight>
                  <a:srgbClr val="FFFF00"/>
                </a:highlight>
              </a:rPr>
              <a:t>162,817,812</a:t>
            </a:r>
            <a:r>
              <a:rPr lang="it-IT" sz="1000" dirty="0"/>
              <a:t>	57,618,57	906,360,560	592,479,940	352,342,300</a:t>
            </a:r>
            <a:br>
              <a:rPr lang="it-IT" sz="1000" dirty="0"/>
            </a:br>
            <a:r>
              <a:rPr lang="it-IT" sz="1000" dirty="0"/>
              <a:t>466,668,158	542,29,236	431,825,988	739,650,466	52,470,668</a:t>
            </a:r>
            <a:br>
              <a:rPr lang="it-IT" sz="1000" dirty="0"/>
            </a:br>
            <a:r>
              <a:rPr lang="it-IT" sz="1000" dirty="0"/>
              <a:t>216,146,977	819,987,18	117,168,530	805,96,715	346,949,466</a:t>
            </a:r>
            <a:br>
              <a:rPr lang="it-IT" sz="1000" dirty="0"/>
            </a:br>
            <a:r>
              <a:rPr lang="it-IT" sz="1000" dirty="0"/>
              <a:t>970,615,88	941,993,340	862,61,35	984,92,344	</a:t>
            </a:r>
            <a:r>
              <a:rPr lang="it-IT" sz="1000" dirty="0">
                <a:highlight>
                  <a:srgbClr val="FFFF00"/>
                </a:highlight>
              </a:rPr>
              <a:t>425,690,689</a:t>
            </a:r>
            <a:br>
              <a:rPr lang="it-IT" sz="1600" dirty="0"/>
            </a:br>
            <a:endParaRPr sz="1600" dirty="0">
              <a:solidFill>
                <a:srgbClr val="FF0000"/>
              </a:solidFill>
              <a:latin typeface="Comic Mono" pitchFamily="1" charset="0"/>
            </a:endParaRPr>
          </a:p>
        </p:txBody>
      </p:sp>
      <p:sp>
        <p:nvSpPr>
          <p:cNvPr id="3" name="Title 2">
            <a:extLst>
              <a:ext uri="{FF2B5EF4-FFF2-40B4-BE49-F238E27FC236}">
                <a16:creationId xmlns:a16="http://schemas.microsoft.com/office/drawing/2014/main" id="{6DD45F57-92EF-9249-2BDC-B54C0813DE9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929362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3A011FD4-A15D-2C00-DECC-1784D888947F}"/>
            </a:ext>
          </a:extLst>
        </p:cNvPr>
        <p:cNvGrpSpPr/>
        <p:nvPr/>
      </p:nvGrpSpPr>
      <p:grpSpPr>
        <a:xfrm>
          <a:off x="0" y="0"/>
          <a:ext cx="0" cy="0"/>
          <a:chOff x="0" y="0"/>
          <a:chExt cx="0" cy="0"/>
        </a:xfrm>
      </p:grpSpPr>
      <p:pic>
        <p:nvPicPr>
          <p:cNvPr id="120" name="Google Shape;120;p30">
            <a:extLst>
              <a:ext uri="{FF2B5EF4-FFF2-40B4-BE49-F238E27FC236}">
                <a16:creationId xmlns:a16="http://schemas.microsoft.com/office/drawing/2014/main" id="{6711959C-E52C-1F51-9E5A-1838C58629A6}"/>
              </a:ext>
            </a:extLst>
          </p:cNvPr>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a:extLst>
              <a:ext uri="{FF2B5EF4-FFF2-40B4-BE49-F238E27FC236}">
                <a16:creationId xmlns:a16="http://schemas.microsoft.com/office/drawing/2014/main" id="{F431E4E3-D1F4-841D-8032-46216AB78D37}"/>
              </a:ext>
            </a:extLst>
          </p:cNvPr>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nSpc>
                <a:spcPct val="115000"/>
              </a:lnSpc>
              <a:buClr>
                <a:srgbClr val="D93232"/>
              </a:buClr>
              <a:buSzPts val="1600"/>
            </a:pPr>
            <a:r>
              <a:rPr lang="it-IT" sz="1600" dirty="0"/>
              <a:t>Per risparmiare sulle luci a filo, gli Elfi vorrebbero concentrarsi sul collegamento di coppie di scatole di derivazione che siano il più vicine possibile tra loro in linea retta. In questo esempio, le due scatole di derivazione più vicine tra loro sono la 162,817,812 e la 425,690,689.</a:t>
            </a:r>
            <a:br>
              <a:rPr lang="it-IT" sz="1600" dirty="0"/>
            </a:br>
            <a:br>
              <a:rPr lang="it-IT" sz="1600" dirty="0"/>
            </a:br>
            <a:r>
              <a:rPr lang="it-IT" sz="1000" b="1" u="sng" dirty="0">
                <a:highlight>
                  <a:srgbClr val="FFFF00"/>
                </a:highlight>
              </a:rPr>
              <a:t>162,817,812</a:t>
            </a:r>
            <a:r>
              <a:rPr lang="it-IT" sz="1000" dirty="0"/>
              <a:t>	57,618,57	906,360,560	592,479,940	352,342,300</a:t>
            </a:r>
            <a:br>
              <a:rPr lang="it-IT" sz="1000" dirty="0"/>
            </a:br>
            <a:r>
              <a:rPr lang="it-IT" sz="1000" dirty="0"/>
              <a:t>466,668,158	542,29,236	</a:t>
            </a:r>
            <a:r>
              <a:rPr lang="it-IT" sz="1000" b="1" u="sng" dirty="0"/>
              <a:t>431,825,988</a:t>
            </a:r>
            <a:r>
              <a:rPr lang="it-IT" sz="1000" dirty="0"/>
              <a:t>	739,650,466	52,470,668</a:t>
            </a:r>
            <a:br>
              <a:rPr lang="it-IT" sz="1000" dirty="0"/>
            </a:br>
            <a:r>
              <a:rPr lang="it-IT" sz="1000" dirty="0"/>
              <a:t>216,146,977	819,987,18	117,168,530	805,96,715	346,949,466</a:t>
            </a:r>
            <a:br>
              <a:rPr lang="it-IT" sz="1000" dirty="0"/>
            </a:br>
            <a:r>
              <a:rPr lang="it-IT" sz="1000" dirty="0"/>
              <a:t>970,615,88	941,993,340	862,61,35	984,92,344	</a:t>
            </a:r>
            <a:r>
              <a:rPr lang="it-IT" sz="1000" dirty="0">
                <a:highlight>
                  <a:srgbClr val="FFFF00"/>
                </a:highlight>
              </a:rPr>
              <a:t>425,690,689</a:t>
            </a:r>
            <a:br>
              <a:rPr lang="it-IT" sz="1600" dirty="0"/>
            </a:br>
            <a:br>
              <a:rPr lang="it-IT" sz="1600" dirty="0"/>
            </a:br>
            <a:r>
              <a:rPr lang="it-IT" sz="1600" dirty="0"/>
              <a:t>Ora, le due scatole di derivazione più vicine tra loro ma non ancora collegate direttamente sono 162,817,812 e 431,825,988</a:t>
            </a:r>
            <a:br>
              <a:rPr lang="it-IT" sz="1600" dirty="0"/>
            </a:br>
            <a:endParaRPr sz="1600" dirty="0">
              <a:solidFill>
                <a:srgbClr val="FF0000"/>
              </a:solidFill>
              <a:latin typeface="Comic Mono" pitchFamily="1" charset="0"/>
            </a:endParaRPr>
          </a:p>
        </p:txBody>
      </p:sp>
      <p:sp>
        <p:nvSpPr>
          <p:cNvPr id="3" name="Title 2">
            <a:extLst>
              <a:ext uri="{FF2B5EF4-FFF2-40B4-BE49-F238E27FC236}">
                <a16:creationId xmlns:a16="http://schemas.microsoft.com/office/drawing/2014/main" id="{108A04F0-607B-308A-AA92-8527F92C3E06}"/>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801755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973BE3D4-6B25-A7CF-D1DE-A83F6886A0DE}"/>
            </a:ext>
          </a:extLst>
        </p:cNvPr>
        <p:cNvGrpSpPr/>
        <p:nvPr/>
      </p:nvGrpSpPr>
      <p:grpSpPr>
        <a:xfrm>
          <a:off x="0" y="0"/>
          <a:ext cx="0" cy="0"/>
          <a:chOff x="0" y="0"/>
          <a:chExt cx="0" cy="0"/>
        </a:xfrm>
      </p:grpSpPr>
      <p:pic>
        <p:nvPicPr>
          <p:cNvPr id="120" name="Google Shape;120;p30">
            <a:extLst>
              <a:ext uri="{FF2B5EF4-FFF2-40B4-BE49-F238E27FC236}">
                <a16:creationId xmlns:a16="http://schemas.microsoft.com/office/drawing/2014/main" id="{7ECAA58C-FBEE-8FA9-33BA-EFDCFD5F3A7E}"/>
              </a:ext>
            </a:extLst>
          </p:cNvPr>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a:extLst>
              <a:ext uri="{FF2B5EF4-FFF2-40B4-BE49-F238E27FC236}">
                <a16:creationId xmlns:a16="http://schemas.microsoft.com/office/drawing/2014/main" id="{0DFB1602-26A8-EA32-1A77-657EFFB75D48}"/>
              </a:ext>
            </a:extLst>
          </p:cNvPr>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nSpc>
                <a:spcPct val="115000"/>
              </a:lnSpc>
              <a:buClr>
                <a:srgbClr val="D93232"/>
              </a:buClr>
              <a:buSzPts val="1600"/>
            </a:pPr>
            <a:r>
              <a:rPr lang="it-IT" sz="1600" dirty="0"/>
              <a:t>Dopo averle collegate, poiché 162.817.812 è già collegata a un'altra scatola di derivazione, ora c'è un unico circuito che contiene tre scatole di derivazione e altri 17 circuiti che contengono una scatola di derivazione ciascuno.</a:t>
            </a:r>
            <a:br>
              <a:rPr lang="it-IT" sz="1600" dirty="0"/>
            </a:br>
            <a:br>
              <a:rPr lang="it-IT" sz="1600" dirty="0"/>
            </a:br>
            <a:r>
              <a:rPr lang="it-IT" sz="1000" dirty="0">
                <a:highlight>
                  <a:srgbClr val="FFFF00"/>
                </a:highlight>
              </a:rPr>
              <a:t>162,817,812</a:t>
            </a:r>
            <a:r>
              <a:rPr lang="it-IT" sz="1000" dirty="0"/>
              <a:t>	57,618,57	906,360,560	592,479,940	352,342,300</a:t>
            </a:r>
            <a:br>
              <a:rPr lang="it-IT" sz="1000" dirty="0"/>
            </a:br>
            <a:r>
              <a:rPr lang="it-IT" sz="1000" dirty="0"/>
              <a:t>466,668,158	542,29,236	</a:t>
            </a:r>
            <a:r>
              <a:rPr lang="it-IT" sz="1000" dirty="0">
                <a:highlight>
                  <a:srgbClr val="FFFF00"/>
                </a:highlight>
              </a:rPr>
              <a:t>431,825,988</a:t>
            </a:r>
            <a:r>
              <a:rPr lang="it-IT" sz="1000" dirty="0"/>
              <a:t>	739,650,466	52,470,668</a:t>
            </a:r>
            <a:br>
              <a:rPr lang="it-IT" sz="1000" dirty="0"/>
            </a:br>
            <a:r>
              <a:rPr lang="it-IT" sz="1000" dirty="0"/>
              <a:t>216,146,977	819,987,18	117,168,530	805,96,715	346,949,466</a:t>
            </a:r>
            <a:br>
              <a:rPr lang="it-IT" sz="1000" dirty="0"/>
            </a:br>
            <a:r>
              <a:rPr lang="it-IT" sz="1000" dirty="0"/>
              <a:t>970,615,88	941,993,340	862,61,35	984,92,344	</a:t>
            </a:r>
            <a:r>
              <a:rPr lang="it-IT" sz="1000" dirty="0">
                <a:highlight>
                  <a:srgbClr val="FFFF00"/>
                </a:highlight>
              </a:rPr>
              <a:t>425,690,689</a:t>
            </a:r>
            <a:br>
              <a:rPr lang="it-IT" sz="1600" dirty="0"/>
            </a:br>
            <a:endParaRPr sz="1600" dirty="0">
              <a:solidFill>
                <a:srgbClr val="FF0000"/>
              </a:solidFill>
              <a:latin typeface="Comic Mono" pitchFamily="1" charset="0"/>
            </a:endParaRPr>
          </a:p>
        </p:txBody>
      </p:sp>
      <p:sp>
        <p:nvSpPr>
          <p:cNvPr id="3" name="Title 2">
            <a:extLst>
              <a:ext uri="{FF2B5EF4-FFF2-40B4-BE49-F238E27FC236}">
                <a16:creationId xmlns:a16="http://schemas.microsoft.com/office/drawing/2014/main" id="{F04B1B6C-EC01-51EA-C28F-BB579F64D7A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5295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3D426FDC-8C81-0C2D-AB00-975104BF9AFF}"/>
            </a:ext>
          </a:extLst>
        </p:cNvPr>
        <p:cNvGrpSpPr/>
        <p:nvPr/>
      </p:nvGrpSpPr>
      <p:grpSpPr>
        <a:xfrm>
          <a:off x="0" y="0"/>
          <a:ext cx="0" cy="0"/>
          <a:chOff x="0" y="0"/>
          <a:chExt cx="0" cy="0"/>
        </a:xfrm>
      </p:grpSpPr>
      <p:pic>
        <p:nvPicPr>
          <p:cNvPr id="120" name="Google Shape;120;p30">
            <a:extLst>
              <a:ext uri="{FF2B5EF4-FFF2-40B4-BE49-F238E27FC236}">
                <a16:creationId xmlns:a16="http://schemas.microsoft.com/office/drawing/2014/main" id="{01CDE2B9-BA4B-B158-797C-A3CA2729DF2F}"/>
              </a:ext>
            </a:extLst>
          </p:cNvPr>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a:extLst>
              <a:ext uri="{FF2B5EF4-FFF2-40B4-BE49-F238E27FC236}">
                <a16:creationId xmlns:a16="http://schemas.microsoft.com/office/drawing/2014/main" id="{D3EEB77F-FF08-4E9D-77BC-C172B2D2F09C}"/>
              </a:ext>
            </a:extLst>
          </p:cNvPr>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nSpc>
                <a:spcPct val="115000"/>
              </a:lnSpc>
              <a:buClr>
                <a:srgbClr val="D93232"/>
              </a:buClr>
              <a:buSzPts val="1600"/>
            </a:pPr>
            <a:r>
              <a:rPr lang="it-IT" sz="1600" dirty="0"/>
              <a:t>Dopo averle collegate, poiché 162.817.812 è già collegata a un'altra scatola di derivazione, ora c'è un unico circuito che contiene tre scatole di derivazione e altri 17 circuiti che contengono una scatola di derivazione ciascuno.</a:t>
            </a:r>
            <a:br>
              <a:rPr lang="it-IT" sz="1600" dirty="0"/>
            </a:br>
            <a:br>
              <a:rPr lang="it-IT" sz="1600" dirty="0"/>
            </a:br>
            <a:r>
              <a:rPr lang="it-IT" sz="1000" dirty="0">
                <a:highlight>
                  <a:srgbClr val="FFFF00"/>
                </a:highlight>
              </a:rPr>
              <a:t>162,817,812</a:t>
            </a:r>
            <a:r>
              <a:rPr lang="it-IT" sz="1000" dirty="0"/>
              <a:t>	57,618,57	</a:t>
            </a:r>
            <a:r>
              <a:rPr lang="it-IT" sz="1000" b="1" u="sng" dirty="0"/>
              <a:t>906,360,560</a:t>
            </a:r>
            <a:r>
              <a:rPr lang="it-IT" sz="1000" dirty="0"/>
              <a:t>	592,479,940	352,342,300</a:t>
            </a:r>
            <a:br>
              <a:rPr lang="it-IT" sz="1000" dirty="0"/>
            </a:br>
            <a:r>
              <a:rPr lang="it-IT" sz="1000" dirty="0"/>
              <a:t>466,668,158	542,29,236	</a:t>
            </a:r>
            <a:r>
              <a:rPr lang="it-IT" sz="1000" dirty="0">
                <a:highlight>
                  <a:srgbClr val="FFFF00"/>
                </a:highlight>
              </a:rPr>
              <a:t>431,825,988</a:t>
            </a:r>
            <a:r>
              <a:rPr lang="it-IT" sz="1000" dirty="0"/>
              <a:t>	739,650,466	52,470,668</a:t>
            </a:r>
            <a:br>
              <a:rPr lang="it-IT" sz="1000" dirty="0"/>
            </a:br>
            <a:r>
              <a:rPr lang="it-IT" sz="1000" dirty="0"/>
              <a:t>216,146,977	819,987,18	117,168,530	</a:t>
            </a:r>
            <a:r>
              <a:rPr lang="it-IT" sz="1000" b="1" u="sng" dirty="0"/>
              <a:t>805,96,715</a:t>
            </a:r>
            <a:r>
              <a:rPr lang="it-IT" sz="1000" dirty="0"/>
              <a:t>	346,949,466</a:t>
            </a:r>
            <a:br>
              <a:rPr lang="it-IT" sz="1000" dirty="0"/>
            </a:br>
            <a:r>
              <a:rPr lang="it-IT" sz="1000" dirty="0"/>
              <a:t>970,615,88	941,993,340	862,61,35	984,92,344	</a:t>
            </a:r>
            <a:r>
              <a:rPr lang="it-IT" sz="1000" dirty="0">
                <a:highlight>
                  <a:srgbClr val="FFFF00"/>
                </a:highlight>
              </a:rPr>
              <a:t>425,690,689</a:t>
            </a:r>
            <a:br>
              <a:rPr lang="it-IT" sz="1600" dirty="0"/>
            </a:br>
            <a:br>
              <a:rPr lang="it-IT" sz="1600" dirty="0"/>
            </a:br>
            <a:r>
              <a:rPr lang="it-IT" sz="1600" dirty="0"/>
              <a:t>Le prossime due scatole di derivazione da collegare sono 906,360,560 e 805,96,715.</a:t>
            </a:r>
            <a:br>
              <a:rPr lang="it-IT" sz="1600" dirty="0"/>
            </a:br>
            <a:endParaRPr sz="1600" dirty="0">
              <a:solidFill>
                <a:srgbClr val="FF0000"/>
              </a:solidFill>
              <a:latin typeface="Comic Mono" pitchFamily="1" charset="0"/>
            </a:endParaRPr>
          </a:p>
        </p:txBody>
      </p:sp>
      <p:sp>
        <p:nvSpPr>
          <p:cNvPr id="3" name="Title 2">
            <a:extLst>
              <a:ext uri="{FF2B5EF4-FFF2-40B4-BE49-F238E27FC236}">
                <a16:creationId xmlns:a16="http://schemas.microsoft.com/office/drawing/2014/main" id="{988A17D6-60CC-1C6C-6B01-385217E6327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042868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70B73887-32B4-8D62-437B-AE00A34799B4}"/>
            </a:ext>
          </a:extLst>
        </p:cNvPr>
        <p:cNvGrpSpPr/>
        <p:nvPr/>
      </p:nvGrpSpPr>
      <p:grpSpPr>
        <a:xfrm>
          <a:off x="0" y="0"/>
          <a:ext cx="0" cy="0"/>
          <a:chOff x="0" y="0"/>
          <a:chExt cx="0" cy="0"/>
        </a:xfrm>
      </p:grpSpPr>
      <p:pic>
        <p:nvPicPr>
          <p:cNvPr id="120" name="Google Shape;120;p30">
            <a:extLst>
              <a:ext uri="{FF2B5EF4-FFF2-40B4-BE49-F238E27FC236}">
                <a16:creationId xmlns:a16="http://schemas.microsoft.com/office/drawing/2014/main" id="{FC431D5B-5CD2-C7FC-4F11-0EDF6111FCC6}"/>
              </a:ext>
            </a:extLst>
          </p:cNvPr>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a:extLst>
              <a:ext uri="{FF2B5EF4-FFF2-40B4-BE49-F238E27FC236}">
                <a16:creationId xmlns:a16="http://schemas.microsoft.com/office/drawing/2014/main" id="{F61660E6-D918-B225-9483-4D55DECBAFF0}"/>
              </a:ext>
            </a:extLst>
          </p:cNvPr>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nSpc>
                <a:spcPct val="115000"/>
              </a:lnSpc>
              <a:buClr>
                <a:srgbClr val="D93232"/>
              </a:buClr>
              <a:buSzPts val="1600"/>
            </a:pPr>
            <a:r>
              <a:rPr lang="it-IT" sz="1600" dirty="0"/>
              <a:t>Dopo averle collegate, si ottiene un circuito contenente 3 scatole di derivazione, un circuito contenente 2 scatole di derivazione e 15 circuiti contenenti una scatola di derivazione ciascuno.</a:t>
            </a:r>
            <a:br>
              <a:rPr lang="it-IT" sz="1600" dirty="0"/>
            </a:br>
            <a:br>
              <a:rPr lang="it-IT" sz="1600" dirty="0"/>
            </a:br>
            <a:br>
              <a:rPr lang="it-IT" sz="1600" dirty="0"/>
            </a:br>
            <a:r>
              <a:rPr lang="it-IT" sz="1000" dirty="0">
                <a:highlight>
                  <a:srgbClr val="FFFF00"/>
                </a:highlight>
              </a:rPr>
              <a:t>162,817,812</a:t>
            </a:r>
            <a:r>
              <a:rPr lang="it-IT" sz="1000" dirty="0"/>
              <a:t>	57,618,57	</a:t>
            </a:r>
            <a:r>
              <a:rPr lang="it-IT" sz="1000" dirty="0">
                <a:highlight>
                  <a:srgbClr val="00FF00"/>
                </a:highlight>
              </a:rPr>
              <a:t>906,360,560</a:t>
            </a:r>
            <a:r>
              <a:rPr lang="it-IT" sz="1000" dirty="0"/>
              <a:t>	592,479,940	352,342,300</a:t>
            </a:r>
            <a:br>
              <a:rPr lang="it-IT" sz="1000" dirty="0"/>
            </a:br>
            <a:r>
              <a:rPr lang="it-IT" sz="1000" dirty="0"/>
              <a:t>466,668,158	542,29,236	</a:t>
            </a:r>
            <a:r>
              <a:rPr lang="it-IT" sz="1000" dirty="0">
                <a:highlight>
                  <a:srgbClr val="FFFF00"/>
                </a:highlight>
              </a:rPr>
              <a:t>431,825,988</a:t>
            </a:r>
            <a:r>
              <a:rPr lang="it-IT" sz="1000" dirty="0"/>
              <a:t>	739,650,466	52,470,668</a:t>
            </a:r>
            <a:br>
              <a:rPr lang="it-IT" sz="1000" dirty="0"/>
            </a:br>
            <a:r>
              <a:rPr lang="it-IT" sz="1000" dirty="0"/>
              <a:t>216,146,977	819,987,18	117,168,530	</a:t>
            </a:r>
            <a:r>
              <a:rPr lang="it-IT" sz="1000" dirty="0">
                <a:highlight>
                  <a:srgbClr val="00FF00"/>
                </a:highlight>
              </a:rPr>
              <a:t>805,96,715</a:t>
            </a:r>
            <a:r>
              <a:rPr lang="it-IT" sz="1000" dirty="0"/>
              <a:t>	346,949,466</a:t>
            </a:r>
            <a:br>
              <a:rPr lang="it-IT" sz="1000" dirty="0"/>
            </a:br>
            <a:r>
              <a:rPr lang="it-IT" sz="1000" dirty="0"/>
              <a:t>970,615,88	941,993,340	862,61,359	84,92,344	</a:t>
            </a:r>
            <a:r>
              <a:rPr lang="it-IT" sz="1000" dirty="0">
                <a:highlight>
                  <a:srgbClr val="FFFF00"/>
                </a:highlight>
              </a:rPr>
              <a:t>425,690,689</a:t>
            </a:r>
            <a:br>
              <a:rPr lang="it-IT" sz="1600" dirty="0"/>
            </a:br>
            <a:br>
              <a:rPr lang="it-IT" sz="1600" dirty="0"/>
            </a:br>
            <a:r>
              <a:rPr lang="it-IT" sz="1600" dirty="0"/>
              <a:t>Le due scatole di derivazione successive sono 431.825.988 e 425.690.689. Poiché queste due scatole di derivazione erano già nello stesso circuito, non succede nulla!</a:t>
            </a:r>
            <a:endParaRPr sz="1600" dirty="0">
              <a:solidFill>
                <a:srgbClr val="FF0000"/>
              </a:solidFill>
              <a:latin typeface="Comic Mono" pitchFamily="1" charset="0"/>
            </a:endParaRPr>
          </a:p>
        </p:txBody>
      </p:sp>
      <p:sp>
        <p:nvSpPr>
          <p:cNvPr id="3" name="Title 2">
            <a:extLst>
              <a:ext uri="{FF2B5EF4-FFF2-40B4-BE49-F238E27FC236}">
                <a16:creationId xmlns:a16="http://schemas.microsoft.com/office/drawing/2014/main" id="{A03CADBF-C45E-CDF1-C2FB-6016F3540FB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932545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81E5086C-2406-20F6-0194-A465FEB5F6CA}"/>
            </a:ext>
          </a:extLst>
        </p:cNvPr>
        <p:cNvGrpSpPr/>
        <p:nvPr/>
      </p:nvGrpSpPr>
      <p:grpSpPr>
        <a:xfrm>
          <a:off x="0" y="0"/>
          <a:ext cx="0" cy="0"/>
          <a:chOff x="0" y="0"/>
          <a:chExt cx="0" cy="0"/>
        </a:xfrm>
      </p:grpSpPr>
      <p:pic>
        <p:nvPicPr>
          <p:cNvPr id="120" name="Google Shape;120;p30">
            <a:extLst>
              <a:ext uri="{FF2B5EF4-FFF2-40B4-BE49-F238E27FC236}">
                <a16:creationId xmlns:a16="http://schemas.microsoft.com/office/drawing/2014/main" id="{75CAEEB3-1B82-723E-92C4-B359EAEADF0E}"/>
              </a:ext>
            </a:extLst>
          </p:cNvPr>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a:extLst>
              <a:ext uri="{FF2B5EF4-FFF2-40B4-BE49-F238E27FC236}">
                <a16:creationId xmlns:a16="http://schemas.microsoft.com/office/drawing/2014/main" id="{6E60E56E-C3A6-16DD-9C6D-1187AAEF2BB1}"/>
              </a:ext>
            </a:extLst>
          </p:cNvPr>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nSpc>
                <a:spcPct val="115000"/>
              </a:lnSpc>
              <a:buClr>
                <a:srgbClr val="D93232"/>
              </a:buClr>
              <a:buSzPts val="1600"/>
            </a:pPr>
            <a:r>
              <a:rPr lang="it-IT" sz="1600" dirty="0"/>
              <a:t>Collegando la coppia successiva (862,81,35 e 984,92,344), otteniamo un terzo circuito contenente due scatole di derivazione.</a:t>
            </a:r>
            <a:br>
              <a:rPr lang="it-IT" sz="1600" dirty="0"/>
            </a:br>
            <a:br>
              <a:rPr lang="it-IT" sz="1600" dirty="0"/>
            </a:br>
            <a:br>
              <a:rPr lang="it-IT" sz="1600" dirty="0"/>
            </a:br>
            <a:r>
              <a:rPr lang="it-IT" sz="1000" dirty="0">
                <a:highlight>
                  <a:srgbClr val="FFFF00"/>
                </a:highlight>
              </a:rPr>
              <a:t>162,817,812</a:t>
            </a:r>
            <a:r>
              <a:rPr lang="it-IT" sz="1000" dirty="0"/>
              <a:t>	57,618,57	</a:t>
            </a:r>
            <a:r>
              <a:rPr lang="it-IT" sz="1000" dirty="0">
                <a:highlight>
                  <a:srgbClr val="00FF00"/>
                </a:highlight>
              </a:rPr>
              <a:t>906,360,560</a:t>
            </a:r>
            <a:r>
              <a:rPr lang="it-IT" sz="1000" dirty="0"/>
              <a:t>	592,479,940	352,342,300</a:t>
            </a:r>
            <a:br>
              <a:rPr lang="it-IT" sz="1000" dirty="0"/>
            </a:br>
            <a:r>
              <a:rPr lang="it-IT" sz="1000" dirty="0"/>
              <a:t>466,668,158	542,29,236	</a:t>
            </a:r>
            <a:r>
              <a:rPr lang="it-IT" sz="1000" dirty="0">
                <a:highlight>
                  <a:srgbClr val="FFFF00"/>
                </a:highlight>
              </a:rPr>
              <a:t>431,825,988</a:t>
            </a:r>
            <a:r>
              <a:rPr lang="it-IT" sz="1000" dirty="0"/>
              <a:t>	739,650,466	52,470,668</a:t>
            </a:r>
            <a:br>
              <a:rPr lang="it-IT" sz="1000" dirty="0"/>
            </a:br>
            <a:r>
              <a:rPr lang="it-IT" sz="1000" dirty="0"/>
              <a:t>216,146,977	819,987,18	117,168,530	</a:t>
            </a:r>
            <a:r>
              <a:rPr lang="it-IT" sz="1000" dirty="0">
                <a:highlight>
                  <a:srgbClr val="00FF00"/>
                </a:highlight>
              </a:rPr>
              <a:t>805,96,715</a:t>
            </a:r>
            <a:r>
              <a:rPr lang="it-IT" sz="1000" dirty="0"/>
              <a:t>	346,949,466</a:t>
            </a:r>
            <a:br>
              <a:rPr lang="it-IT" sz="1000" dirty="0"/>
            </a:br>
            <a:r>
              <a:rPr lang="it-IT" sz="1000" dirty="0"/>
              <a:t>970,615,88	941,993,340	</a:t>
            </a:r>
            <a:r>
              <a:rPr lang="it-IT" sz="1000" dirty="0">
                <a:highlight>
                  <a:srgbClr val="00FFFF"/>
                </a:highlight>
              </a:rPr>
              <a:t>862,61,35</a:t>
            </a:r>
            <a:r>
              <a:rPr lang="it-IT" sz="1000" dirty="0"/>
              <a:t>	</a:t>
            </a:r>
            <a:r>
              <a:rPr lang="it-IT" sz="1000" dirty="0">
                <a:highlight>
                  <a:srgbClr val="00FFFF"/>
                </a:highlight>
              </a:rPr>
              <a:t>984,92,344</a:t>
            </a:r>
            <a:r>
              <a:rPr lang="it-IT" sz="1000" dirty="0"/>
              <a:t>	</a:t>
            </a:r>
            <a:r>
              <a:rPr lang="it-IT" sz="1000" dirty="0">
                <a:highlight>
                  <a:srgbClr val="FFFF00"/>
                </a:highlight>
              </a:rPr>
              <a:t>425,690,689</a:t>
            </a:r>
            <a:br>
              <a:rPr lang="it-IT" sz="1600" dirty="0"/>
            </a:br>
            <a:br>
              <a:rPr lang="it-IT" sz="1600" dirty="0"/>
            </a:br>
            <a:endParaRPr lang="it-IT" sz="1600" dirty="0"/>
          </a:p>
        </p:txBody>
      </p:sp>
      <p:sp>
        <p:nvSpPr>
          <p:cNvPr id="3" name="Title 2">
            <a:extLst>
              <a:ext uri="{FF2B5EF4-FFF2-40B4-BE49-F238E27FC236}">
                <a16:creationId xmlns:a16="http://schemas.microsoft.com/office/drawing/2014/main" id="{658C17DB-E8E1-A572-CDCA-13B6A0EF83B7}"/>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991749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A2A882B5-3530-C81B-38A7-0432FE665881}"/>
            </a:ext>
          </a:extLst>
        </p:cNvPr>
        <p:cNvGrpSpPr/>
        <p:nvPr/>
      </p:nvGrpSpPr>
      <p:grpSpPr>
        <a:xfrm>
          <a:off x="0" y="0"/>
          <a:ext cx="0" cy="0"/>
          <a:chOff x="0" y="0"/>
          <a:chExt cx="0" cy="0"/>
        </a:xfrm>
      </p:grpSpPr>
      <p:pic>
        <p:nvPicPr>
          <p:cNvPr id="120" name="Google Shape;120;p30">
            <a:extLst>
              <a:ext uri="{FF2B5EF4-FFF2-40B4-BE49-F238E27FC236}">
                <a16:creationId xmlns:a16="http://schemas.microsoft.com/office/drawing/2014/main" id="{5CD1D6C1-0730-ACF4-26D5-3D9C92BB29D3}"/>
              </a:ext>
            </a:extLst>
          </p:cNvPr>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a:extLst>
              <a:ext uri="{FF2B5EF4-FFF2-40B4-BE49-F238E27FC236}">
                <a16:creationId xmlns:a16="http://schemas.microsoft.com/office/drawing/2014/main" id="{3678951C-EA4A-B591-9FFB-F078D05FBD7F}"/>
              </a:ext>
            </a:extLst>
          </p:cNvPr>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nSpc>
                <a:spcPct val="115000"/>
              </a:lnSpc>
              <a:buClr>
                <a:srgbClr val="D93232"/>
              </a:buClr>
              <a:buSzPts val="1600"/>
            </a:pPr>
            <a:r>
              <a:rPr lang="it-IT" sz="1600" dirty="0"/>
              <a:t>Collegando la coppia successiva (52,470,668 e 117,168,530), otteniamo un quarto circuito contenente due scatole di derivazione.</a:t>
            </a:r>
            <a:br>
              <a:rPr lang="it-IT" sz="1600" dirty="0"/>
            </a:br>
            <a:br>
              <a:rPr lang="it-IT" sz="1600" dirty="0"/>
            </a:br>
            <a:br>
              <a:rPr lang="it-IT" sz="1600" dirty="0"/>
            </a:br>
            <a:r>
              <a:rPr lang="it-IT" sz="1000" dirty="0">
                <a:highlight>
                  <a:srgbClr val="FFFF00"/>
                </a:highlight>
              </a:rPr>
              <a:t>162,817,812</a:t>
            </a:r>
            <a:r>
              <a:rPr lang="it-IT" sz="1000" dirty="0"/>
              <a:t>	57,618,57	</a:t>
            </a:r>
            <a:r>
              <a:rPr lang="it-IT" sz="1000" dirty="0">
                <a:highlight>
                  <a:srgbClr val="00FF00"/>
                </a:highlight>
              </a:rPr>
              <a:t>906,360,560</a:t>
            </a:r>
            <a:r>
              <a:rPr lang="it-IT" sz="1000" dirty="0"/>
              <a:t>	592,479,940	352,342,300</a:t>
            </a:r>
            <a:br>
              <a:rPr lang="it-IT" sz="1000" dirty="0"/>
            </a:br>
            <a:r>
              <a:rPr lang="it-IT" sz="1000" dirty="0"/>
              <a:t>466,668,158	542,29,236	</a:t>
            </a:r>
            <a:r>
              <a:rPr lang="it-IT" sz="1000" dirty="0">
                <a:highlight>
                  <a:srgbClr val="FFFF00"/>
                </a:highlight>
              </a:rPr>
              <a:t>431,825,988</a:t>
            </a:r>
            <a:r>
              <a:rPr lang="it-IT" sz="1000" dirty="0"/>
              <a:t>	739,650,466	</a:t>
            </a:r>
            <a:r>
              <a:rPr lang="it-IT" sz="1000" dirty="0">
                <a:highlight>
                  <a:srgbClr val="FF00FF"/>
                </a:highlight>
              </a:rPr>
              <a:t>52,470,668</a:t>
            </a:r>
            <a:br>
              <a:rPr lang="it-IT" sz="1000" dirty="0"/>
            </a:br>
            <a:r>
              <a:rPr lang="it-IT" sz="1000" dirty="0"/>
              <a:t>216,146,977	819,987,18	</a:t>
            </a:r>
            <a:r>
              <a:rPr lang="it-IT" sz="1000" dirty="0">
                <a:highlight>
                  <a:srgbClr val="FF00FF"/>
                </a:highlight>
              </a:rPr>
              <a:t>117,168,530</a:t>
            </a:r>
            <a:r>
              <a:rPr lang="it-IT" sz="1000" dirty="0"/>
              <a:t>	</a:t>
            </a:r>
            <a:r>
              <a:rPr lang="it-IT" sz="1000" dirty="0">
                <a:highlight>
                  <a:srgbClr val="00FF00"/>
                </a:highlight>
              </a:rPr>
              <a:t>805,96,715</a:t>
            </a:r>
            <a:r>
              <a:rPr lang="it-IT" sz="1000" dirty="0"/>
              <a:t>	346,949,466</a:t>
            </a:r>
            <a:br>
              <a:rPr lang="it-IT" sz="1000" dirty="0"/>
            </a:br>
            <a:r>
              <a:rPr lang="it-IT" sz="1000" dirty="0"/>
              <a:t>970,615,88	941,993,340	</a:t>
            </a:r>
            <a:r>
              <a:rPr lang="it-IT" sz="1000" dirty="0">
                <a:highlight>
                  <a:srgbClr val="00FFFF"/>
                </a:highlight>
              </a:rPr>
              <a:t>862,61,35</a:t>
            </a:r>
            <a:r>
              <a:rPr lang="it-IT" sz="1000" dirty="0"/>
              <a:t>	</a:t>
            </a:r>
            <a:r>
              <a:rPr lang="it-IT" sz="1000" dirty="0">
                <a:highlight>
                  <a:srgbClr val="00FFFF"/>
                </a:highlight>
              </a:rPr>
              <a:t>984,92,344</a:t>
            </a:r>
            <a:r>
              <a:rPr lang="it-IT" sz="1000" dirty="0"/>
              <a:t>	</a:t>
            </a:r>
            <a:r>
              <a:rPr lang="it-IT" sz="1000" dirty="0">
                <a:highlight>
                  <a:srgbClr val="FFFF00"/>
                </a:highlight>
              </a:rPr>
              <a:t>425,690,689</a:t>
            </a:r>
            <a:br>
              <a:rPr lang="it-IT" sz="1600" dirty="0"/>
            </a:br>
            <a:br>
              <a:rPr lang="it-IT" sz="1600" dirty="0"/>
            </a:br>
            <a:endParaRPr lang="it-IT" sz="1600" dirty="0"/>
          </a:p>
        </p:txBody>
      </p:sp>
      <p:sp>
        <p:nvSpPr>
          <p:cNvPr id="3" name="Title 2">
            <a:extLst>
              <a:ext uri="{FF2B5EF4-FFF2-40B4-BE49-F238E27FC236}">
                <a16:creationId xmlns:a16="http://schemas.microsoft.com/office/drawing/2014/main" id="{0BF047B1-6105-1E92-FF34-CDE59C4852A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55749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C942C6C0-E0FF-BE9D-A0F7-1C84CBCF8367}"/>
            </a:ext>
          </a:extLst>
        </p:cNvPr>
        <p:cNvGrpSpPr/>
        <p:nvPr/>
      </p:nvGrpSpPr>
      <p:grpSpPr>
        <a:xfrm>
          <a:off x="0" y="0"/>
          <a:ext cx="0" cy="0"/>
          <a:chOff x="0" y="0"/>
          <a:chExt cx="0" cy="0"/>
        </a:xfrm>
      </p:grpSpPr>
      <p:pic>
        <p:nvPicPr>
          <p:cNvPr id="120" name="Google Shape;120;p30">
            <a:extLst>
              <a:ext uri="{FF2B5EF4-FFF2-40B4-BE49-F238E27FC236}">
                <a16:creationId xmlns:a16="http://schemas.microsoft.com/office/drawing/2014/main" id="{2EB49BB7-4AAC-8614-CD16-ACDFF6561C25}"/>
              </a:ext>
            </a:extLst>
          </p:cNvPr>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a:extLst>
              <a:ext uri="{FF2B5EF4-FFF2-40B4-BE49-F238E27FC236}">
                <a16:creationId xmlns:a16="http://schemas.microsoft.com/office/drawing/2014/main" id="{782A0750-3A08-74B8-2F4A-A73CE12423B6}"/>
              </a:ext>
            </a:extLst>
          </p:cNvPr>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nSpc>
                <a:spcPct val="115000"/>
              </a:lnSpc>
              <a:buClr>
                <a:srgbClr val="D93232"/>
              </a:buClr>
              <a:buSzPts val="1600"/>
            </a:pPr>
            <a:r>
              <a:rPr lang="it-IT" sz="1600" dirty="0"/>
              <a:t>Collegando la coppia successiva (819,987,18 e 941,993,340), otteniamo un quinto circuito contenente due scatole di derivazione.</a:t>
            </a:r>
            <a:br>
              <a:rPr lang="it-IT" sz="1600" dirty="0"/>
            </a:br>
            <a:br>
              <a:rPr lang="it-IT" sz="1600" dirty="0"/>
            </a:br>
            <a:br>
              <a:rPr lang="it-IT" sz="1600" dirty="0"/>
            </a:br>
            <a:r>
              <a:rPr lang="it-IT" sz="1000" dirty="0">
                <a:highlight>
                  <a:srgbClr val="FFFF00"/>
                </a:highlight>
              </a:rPr>
              <a:t>162,817,812</a:t>
            </a:r>
            <a:r>
              <a:rPr lang="it-IT" sz="1000" dirty="0"/>
              <a:t>	57,618,57	</a:t>
            </a:r>
            <a:r>
              <a:rPr lang="it-IT" sz="1000" dirty="0">
                <a:highlight>
                  <a:srgbClr val="00FF00"/>
                </a:highlight>
              </a:rPr>
              <a:t>906,360,560</a:t>
            </a:r>
            <a:r>
              <a:rPr lang="it-IT" sz="1000" dirty="0"/>
              <a:t>	592,479,940	352,342,300</a:t>
            </a:r>
            <a:br>
              <a:rPr lang="it-IT" sz="1000" dirty="0"/>
            </a:br>
            <a:r>
              <a:rPr lang="it-IT" sz="1000" dirty="0"/>
              <a:t>466,668,158	542,29,236	</a:t>
            </a:r>
            <a:r>
              <a:rPr lang="it-IT" sz="1000" dirty="0">
                <a:highlight>
                  <a:srgbClr val="FFFF00"/>
                </a:highlight>
              </a:rPr>
              <a:t>431,825,988</a:t>
            </a:r>
            <a:r>
              <a:rPr lang="it-IT" sz="1000" dirty="0"/>
              <a:t>	739,650,466	</a:t>
            </a:r>
            <a:r>
              <a:rPr lang="it-IT" sz="1000" dirty="0">
                <a:highlight>
                  <a:srgbClr val="FF00FF"/>
                </a:highlight>
              </a:rPr>
              <a:t>52,470,668</a:t>
            </a:r>
            <a:br>
              <a:rPr lang="it-IT" sz="1000" dirty="0"/>
            </a:br>
            <a:r>
              <a:rPr lang="it-IT" sz="1000" dirty="0"/>
              <a:t>216,146,977	</a:t>
            </a:r>
            <a:r>
              <a:rPr lang="it-IT" sz="1000" dirty="0">
                <a:highlight>
                  <a:srgbClr val="C0C0C0"/>
                </a:highlight>
              </a:rPr>
              <a:t>819,987,18</a:t>
            </a:r>
            <a:r>
              <a:rPr lang="it-IT" sz="1000" dirty="0"/>
              <a:t>	</a:t>
            </a:r>
            <a:r>
              <a:rPr lang="it-IT" sz="1000" dirty="0">
                <a:highlight>
                  <a:srgbClr val="FF00FF"/>
                </a:highlight>
              </a:rPr>
              <a:t>117,168,530</a:t>
            </a:r>
            <a:r>
              <a:rPr lang="it-IT" sz="1000" dirty="0"/>
              <a:t>	</a:t>
            </a:r>
            <a:r>
              <a:rPr lang="it-IT" sz="1000" dirty="0">
                <a:highlight>
                  <a:srgbClr val="00FF00"/>
                </a:highlight>
              </a:rPr>
              <a:t>805,96,715</a:t>
            </a:r>
            <a:r>
              <a:rPr lang="it-IT" sz="1000" dirty="0"/>
              <a:t>	346,949,466</a:t>
            </a:r>
            <a:br>
              <a:rPr lang="it-IT" sz="1000" dirty="0"/>
            </a:br>
            <a:r>
              <a:rPr lang="it-IT" sz="1000" dirty="0"/>
              <a:t>970,615,88	</a:t>
            </a:r>
            <a:r>
              <a:rPr lang="it-IT" sz="1000" dirty="0">
                <a:highlight>
                  <a:srgbClr val="C0C0C0"/>
                </a:highlight>
              </a:rPr>
              <a:t>941,993,340</a:t>
            </a:r>
            <a:r>
              <a:rPr lang="it-IT" sz="1000" dirty="0"/>
              <a:t>	</a:t>
            </a:r>
            <a:r>
              <a:rPr lang="it-IT" sz="1000" dirty="0">
                <a:highlight>
                  <a:srgbClr val="00FFFF"/>
                </a:highlight>
              </a:rPr>
              <a:t>862,61,35</a:t>
            </a:r>
            <a:r>
              <a:rPr lang="it-IT" sz="1000" dirty="0"/>
              <a:t>	</a:t>
            </a:r>
            <a:r>
              <a:rPr lang="it-IT" sz="1000" dirty="0">
                <a:highlight>
                  <a:srgbClr val="00FFFF"/>
                </a:highlight>
              </a:rPr>
              <a:t>984,92,344</a:t>
            </a:r>
            <a:r>
              <a:rPr lang="it-IT" sz="1000" dirty="0"/>
              <a:t>	</a:t>
            </a:r>
            <a:r>
              <a:rPr lang="it-IT" sz="1000" dirty="0">
                <a:highlight>
                  <a:srgbClr val="FFFF00"/>
                </a:highlight>
              </a:rPr>
              <a:t>425,690,689</a:t>
            </a:r>
            <a:br>
              <a:rPr lang="it-IT" sz="1600" dirty="0"/>
            </a:br>
            <a:br>
              <a:rPr lang="it-IT" sz="1600" dirty="0"/>
            </a:br>
            <a:endParaRPr lang="it-IT" sz="1600" dirty="0"/>
          </a:p>
        </p:txBody>
      </p:sp>
      <p:sp>
        <p:nvSpPr>
          <p:cNvPr id="3" name="Title 2">
            <a:extLst>
              <a:ext uri="{FF2B5EF4-FFF2-40B4-BE49-F238E27FC236}">
                <a16:creationId xmlns:a16="http://schemas.microsoft.com/office/drawing/2014/main" id="{34768531-5FC0-7627-1657-BE0B2D13E9E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558628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F3C8B1CA-EDCF-90D2-32F9-482781AD1AC8}"/>
            </a:ext>
          </a:extLst>
        </p:cNvPr>
        <p:cNvGrpSpPr/>
        <p:nvPr/>
      </p:nvGrpSpPr>
      <p:grpSpPr>
        <a:xfrm>
          <a:off x="0" y="0"/>
          <a:ext cx="0" cy="0"/>
          <a:chOff x="0" y="0"/>
          <a:chExt cx="0" cy="0"/>
        </a:xfrm>
      </p:grpSpPr>
      <p:pic>
        <p:nvPicPr>
          <p:cNvPr id="120" name="Google Shape;120;p30">
            <a:extLst>
              <a:ext uri="{FF2B5EF4-FFF2-40B4-BE49-F238E27FC236}">
                <a16:creationId xmlns:a16="http://schemas.microsoft.com/office/drawing/2014/main" id="{F00ACF64-DFDA-AA67-E349-313142427D92}"/>
              </a:ext>
            </a:extLst>
          </p:cNvPr>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a:extLst>
              <a:ext uri="{FF2B5EF4-FFF2-40B4-BE49-F238E27FC236}">
                <a16:creationId xmlns:a16="http://schemas.microsoft.com/office/drawing/2014/main" id="{7AB6ED1C-C4DF-59B0-B922-93D497E2A284}"/>
              </a:ext>
            </a:extLst>
          </p:cNvPr>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nSpc>
                <a:spcPct val="115000"/>
              </a:lnSpc>
              <a:buClr>
                <a:srgbClr val="D93232"/>
              </a:buClr>
              <a:buSzPts val="1600"/>
            </a:pPr>
            <a:r>
              <a:rPr lang="it-IT" sz="1600" dirty="0"/>
              <a:t>Collegando la coppia successiva (906,360,560 e 739,650,466), il circuito verde acquista una nuova scatola di derivazione.</a:t>
            </a:r>
            <a:br>
              <a:rPr lang="it-IT" sz="1600" dirty="0"/>
            </a:br>
            <a:br>
              <a:rPr lang="it-IT" sz="1600" dirty="0"/>
            </a:br>
            <a:br>
              <a:rPr lang="it-IT" sz="1600" dirty="0"/>
            </a:br>
            <a:r>
              <a:rPr lang="it-IT" sz="1000" dirty="0">
                <a:highlight>
                  <a:srgbClr val="FFFF00"/>
                </a:highlight>
              </a:rPr>
              <a:t>162,817,812</a:t>
            </a:r>
            <a:r>
              <a:rPr lang="it-IT" sz="1000" dirty="0"/>
              <a:t>	57,618,57	</a:t>
            </a:r>
            <a:r>
              <a:rPr lang="it-IT" sz="1000" dirty="0">
                <a:highlight>
                  <a:srgbClr val="00FF00"/>
                </a:highlight>
              </a:rPr>
              <a:t>906,360,560</a:t>
            </a:r>
            <a:r>
              <a:rPr lang="it-IT" sz="1000" dirty="0"/>
              <a:t>	592,479,940	352,342,300</a:t>
            </a:r>
            <a:br>
              <a:rPr lang="it-IT" sz="1000" dirty="0"/>
            </a:br>
            <a:r>
              <a:rPr lang="it-IT" sz="1000" dirty="0"/>
              <a:t>466,668,158	542,29,236	</a:t>
            </a:r>
            <a:r>
              <a:rPr lang="it-IT" sz="1000" dirty="0">
                <a:highlight>
                  <a:srgbClr val="FFFF00"/>
                </a:highlight>
              </a:rPr>
              <a:t>431,825,988</a:t>
            </a:r>
            <a:r>
              <a:rPr lang="it-IT" sz="1000" dirty="0"/>
              <a:t>	</a:t>
            </a:r>
            <a:r>
              <a:rPr lang="it-IT" sz="1000" dirty="0">
                <a:highlight>
                  <a:srgbClr val="00FF00"/>
                </a:highlight>
              </a:rPr>
              <a:t>739,650,466</a:t>
            </a:r>
            <a:r>
              <a:rPr lang="it-IT" sz="1000" dirty="0"/>
              <a:t>	</a:t>
            </a:r>
            <a:r>
              <a:rPr lang="it-IT" sz="1000" dirty="0">
                <a:highlight>
                  <a:srgbClr val="FF00FF"/>
                </a:highlight>
              </a:rPr>
              <a:t>52,470,668</a:t>
            </a:r>
            <a:br>
              <a:rPr lang="it-IT" sz="1000" dirty="0"/>
            </a:br>
            <a:r>
              <a:rPr lang="it-IT" sz="1000" dirty="0"/>
              <a:t>216,146,977	</a:t>
            </a:r>
            <a:r>
              <a:rPr lang="it-IT" sz="1000" dirty="0">
                <a:highlight>
                  <a:srgbClr val="C0C0C0"/>
                </a:highlight>
              </a:rPr>
              <a:t>819,987,18</a:t>
            </a:r>
            <a:r>
              <a:rPr lang="it-IT" sz="1000" dirty="0"/>
              <a:t>	</a:t>
            </a:r>
            <a:r>
              <a:rPr lang="it-IT" sz="1000" dirty="0">
                <a:highlight>
                  <a:srgbClr val="FF00FF"/>
                </a:highlight>
              </a:rPr>
              <a:t>117,168,530</a:t>
            </a:r>
            <a:r>
              <a:rPr lang="it-IT" sz="1000" dirty="0"/>
              <a:t>	</a:t>
            </a:r>
            <a:r>
              <a:rPr lang="it-IT" sz="1000" dirty="0">
                <a:highlight>
                  <a:srgbClr val="00FF00"/>
                </a:highlight>
              </a:rPr>
              <a:t>805,96,715</a:t>
            </a:r>
            <a:r>
              <a:rPr lang="it-IT" sz="1000" dirty="0"/>
              <a:t>	346,949,466</a:t>
            </a:r>
            <a:br>
              <a:rPr lang="it-IT" sz="1000" dirty="0"/>
            </a:br>
            <a:r>
              <a:rPr lang="it-IT" sz="1000" dirty="0"/>
              <a:t>970,615,88	</a:t>
            </a:r>
            <a:r>
              <a:rPr lang="it-IT" sz="1000" dirty="0">
                <a:highlight>
                  <a:srgbClr val="C0C0C0"/>
                </a:highlight>
              </a:rPr>
              <a:t>941,993,340</a:t>
            </a:r>
            <a:r>
              <a:rPr lang="it-IT" sz="1000" dirty="0"/>
              <a:t>	</a:t>
            </a:r>
            <a:r>
              <a:rPr lang="it-IT" sz="1000" dirty="0">
                <a:highlight>
                  <a:srgbClr val="00FFFF"/>
                </a:highlight>
              </a:rPr>
              <a:t>862,61,35</a:t>
            </a:r>
            <a:r>
              <a:rPr lang="it-IT" sz="1000" dirty="0"/>
              <a:t>	</a:t>
            </a:r>
            <a:r>
              <a:rPr lang="it-IT" sz="1000" dirty="0">
                <a:highlight>
                  <a:srgbClr val="00FFFF"/>
                </a:highlight>
              </a:rPr>
              <a:t>984,92,344</a:t>
            </a:r>
            <a:r>
              <a:rPr lang="it-IT" sz="1000" dirty="0"/>
              <a:t>	</a:t>
            </a:r>
            <a:r>
              <a:rPr lang="it-IT" sz="1000" dirty="0">
                <a:highlight>
                  <a:srgbClr val="FFFF00"/>
                </a:highlight>
              </a:rPr>
              <a:t>425,690,689</a:t>
            </a:r>
            <a:br>
              <a:rPr lang="it-IT" sz="1600" dirty="0"/>
            </a:br>
            <a:br>
              <a:rPr lang="it-IT" sz="1600" dirty="0"/>
            </a:br>
            <a:endParaRPr lang="it-IT" sz="1600" dirty="0"/>
          </a:p>
        </p:txBody>
      </p:sp>
      <p:sp>
        <p:nvSpPr>
          <p:cNvPr id="3" name="Title 2">
            <a:extLst>
              <a:ext uri="{FF2B5EF4-FFF2-40B4-BE49-F238E27FC236}">
                <a16:creationId xmlns:a16="http://schemas.microsoft.com/office/drawing/2014/main" id="{07F60F9D-AA3A-15F6-3EE7-6F0C52355F26}"/>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260121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F5B0560B-395C-CD7F-94F3-408389A44416}"/>
            </a:ext>
          </a:extLst>
        </p:cNvPr>
        <p:cNvGrpSpPr/>
        <p:nvPr/>
      </p:nvGrpSpPr>
      <p:grpSpPr>
        <a:xfrm>
          <a:off x="0" y="0"/>
          <a:ext cx="0" cy="0"/>
          <a:chOff x="0" y="0"/>
          <a:chExt cx="0" cy="0"/>
        </a:xfrm>
      </p:grpSpPr>
      <p:pic>
        <p:nvPicPr>
          <p:cNvPr id="120" name="Google Shape;120;p30">
            <a:extLst>
              <a:ext uri="{FF2B5EF4-FFF2-40B4-BE49-F238E27FC236}">
                <a16:creationId xmlns:a16="http://schemas.microsoft.com/office/drawing/2014/main" id="{2D4F9A3A-779E-A729-D679-970EB70E9315}"/>
              </a:ext>
            </a:extLst>
          </p:cNvPr>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a:extLst>
              <a:ext uri="{FF2B5EF4-FFF2-40B4-BE49-F238E27FC236}">
                <a16:creationId xmlns:a16="http://schemas.microsoft.com/office/drawing/2014/main" id="{6A2679DC-A3D0-E131-4C39-BBC76FAEBF0D}"/>
              </a:ext>
            </a:extLst>
          </p:cNvPr>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nSpc>
                <a:spcPct val="115000"/>
              </a:lnSpc>
              <a:buClr>
                <a:srgbClr val="D93232"/>
              </a:buClr>
              <a:buSzPts val="1600"/>
            </a:pPr>
            <a:r>
              <a:rPr lang="it-IT" sz="1600" dirty="0"/>
              <a:t>Collegando la coppia successiva (346,949,466 e 425,690,689), il circuito giallo acquista una nuova scatola di derivazione.</a:t>
            </a:r>
            <a:br>
              <a:rPr lang="it-IT" sz="1600" dirty="0"/>
            </a:br>
            <a:br>
              <a:rPr lang="it-IT" sz="1600" dirty="0"/>
            </a:br>
            <a:br>
              <a:rPr lang="it-IT" sz="1600" dirty="0"/>
            </a:br>
            <a:r>
              <a:rPr lang="it-IT" sz="1000" dirty="0">
                <a:highlight>
                  <a:srgbClr val="FFFF00"/>
                </a:highlight>
              </a:rPr>
              <a:t>162,817,812</a:t>
            </a:r>
            <a:r>
              <a:rPr lang="it-IT" sz="1000" dirty="0"/>
              <a:t>	57,618,57	</a:t>
            </a:r>
            <a:r>
              <a:rPr lang="it-IT" sz="1000" dirty="0">
                <a:highlight>
                  <a:srgbClr val="00FF00"/>
                </a:highlight>
              </a:rPr>
              <a:t>906,360,560</a:t>
            </a:r>
            <a:r>
              <a:rPr lang="it-IT" sz="1000" dirty="0"/>
              <a:t>	592,479,940	352,342,300</a:t>
            </a:r>
            <a:br>
              <a:rPr lang="it-IT" sz="1000" dirty="0"/>
            </a:br>
            <a:r>
              <a:rPr lang="it-IT" sz="1000" dirty="0"/>
              <a:t>466,668,158	542,29,236	</a:t>
            </a:r>
            <a:r>
              <a:rPr lang="it-IT" sz="1000" dirty="0">
                <a:highlight>
                  <a:srgbClr val="FFFF00"/>
                </a:highlight>
              </a:rPr>
              <a:t>431,825,988</a:t>
            </a:r>
            <a:r>
              <a:rPr lang="it-IT" sz="1000" dirty="0"/>
              <a:t>	</a:t>
            </a:r>
            <a:r>
              <a:rPr lang="it-IT" sz="1000" dirty="0">
                <a:highlight>
                  <a:srgbClr val="00FF00"/>
                </a:highlight>
              </a:rPr>
              <a:t>739,650,466</a:t>
            </a:r>
            <a:r>
              <a:rPr lang="it-IT" sz="1000" dirty="0"/>
              <a:t>	</a:t>
            </a:r>
            <a:r>
              <a:rPr lang="it-IT" sz="1000" dirty="0">
                <a:highlight>
                  <a:srgbClr val="FF00FF"/>
                </a:highlight>
              </a:rPr>
              <a:t>52,470,668</a:t>
            </a:r>
            <a:br>
              <a:rPr lang="it-IT" sz="1000" dirty="0"/>
            </a:br>
            <a:r>
              <a:rPr lang="it-IT" sz="1000" dirty="0"/>
              <a:t>216,146,977	</a:t>
            </a:r>
            <a:r>
              <a:rPr lang="it-IT" sz="1000" dirty="0">
                <a:highlight>
                  <a:srgbClr val="C0C0C0"/>
                </a:highlight>
              </a:rPr>
              <a:t>819,987,18</a:t>
            </a:r>
            <a:r>
              <a:rPr lang="it-IT" sz="1000" dirty="0"/>
              <a:t>	</a:t>
            </a:r>
            <a:r>
              <a:rPr lang="it-IT" sz="1000" dirty="0">
                <a:highlight>
                  <a:srgbClr val="FF00FF"/>
                </a:highlight>
              </a:rPr>
              <a:t>117,168,530</a:t>
            </a:r>
            <a:r>
              <a:rPr lang="it-IT" sz="1000" dirty="0"/>
              <a:t>	</a:t>
            </a:r>
            <a:r>
              <a:rPr lang="it-IT" sz="1000" dirty="0">
                <a:highlight>
                  <a:srgbClr val="00FF00"/>
                </a:highlight>
              </a:rPr>
              <a:t>805,96,715</a:t>
            </a:r>
            <a:r>
              <a:rPr lang="it-IT" sz="1000" dirty="0"/>
              <a:t>	</a:t>
            </a:r>
            <a:r>
              <a:rPr lang="it-IT" sz="1000" dirty="0">
                <a:highlight>
                  <a:srgbClr val="FFFF00"/>
                </a:highlight>
              </a:rPr>
              <a:t>346,949,466</a:t>
            </a:r>
            <a:br>
              <a:rPr lang="it-IT" sz="1000" dirty="0"/>
            </a:br>
            <a:r>
              <a:rPr lang="it-IT" sz="1000" dirty="0"/>
              <a:t>970,615,88	</a:t>
            </a:r>
            <a:r>
              <a:rPr lang="it-IT" sz="1000" dirty="0">
                <a:highlight>
                  <a:srgbClr val="C0C0C0"/>
                </a:highlight>
              </a:rPr>
              <a:t>941,993,340</a:t>
            </a:r>
            <a:r>
              <a:rPr lang="it-IT" sz="1000" dirty="0"/>
              <a:t>	</a:t>
            </a:r>
            <a:r>
              <a:rPr lang="it-IT" sz="1000" dirty="0">
                <a:highlight>
                  <a:srgbClr val="00FFFF"/>
                </a:highlight>
              </a:rPr>
              <a:t>862,61,35</a:t>
            </a:r>
            <a:r>
              <a:rPr lang="it-IT" sz="1000" dirty="0"/>
              <a:t>	</a:t>
            </a:r>
            <a:r>
              <a:rPr lang="it-IT" sz="1000" dirty="0">
                <a:highlight>
                  <a:srgbClr val="00FFFF"/>
                </a:highlight>
              </a:rPr>
              <a:t>984,92,344</a:t>
            </a:r>
            <a:r>
              <a:rPr lang="it-IT" sz="1000" dirty="0"/>
              <a:t>	</a:t>
            </a:r>
            <a:r>
              <a:rPr lang="it-IT" sz="1000" dirty="0">
                <a:highlight>
                  <a:srgbClr val="FFFF00"/>
                </a:highlight>
              </a:rPr>
              <a:t>425,690,689</a:t>
            </a:r>
            <a:br>
              <a:rPr lang="it-IT" sz="1600" dirty="0"/>
            </a:br>
            <a:br>
              <a:rPr lang="it-IT" sz="1600" dirty="0"/>
            </a:br>
            <a:endParaRPr lang="it-IT" sz="1600" dirty="0"/>
          </a:p>
        </p:txBody>
      </p:sp>
      <p:sp>
        <p:nvSpPr>
          <p:cNvPr id="3" name="Title 2">
            <a:extLst>
              <a:ext uri="{FF2B5EF4-FFF2-40B4-BE49-F238E27FC236}">
                <a16:creationId xmlns:a16="http://schemas.microsoft.com/office/drawing/2014/main" id="{DC260184-6ABC-63C2-2AB7-FCD79888C8D7}"/>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097145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7B10B4F3-ED05-D4FF-BF10-7D778CBD4A93}"/>
            </a:ext>
          </a:extLst>
        </p:cNvPr>
        <p:cNvGrpSpPr/>
        <p:nvPr/>
      </p:nvGrpSpPr>
      <p:grpSpPr>
        <a:xfrm>
          <a:off x="0" y="0"/>
          <a:ext cx="0" cy="0"/>
          <a:chOff x="0" y="0"/>
          <a:chExt cx="0" cy="0"/>
        </a:xfrm>
      </p:grpSpPr>
      <p:pic>
        <p:nvPicPr>
          <p:cNvPr id="120" name="Google Shape;120;p30">
            <a:extLst>
              <a:ext uri="{FF2B5EF4-FFF2-40B4-BE49-F238E27FC236}">
                <a16:creationId xmlns:a16="http://schemas.microsoft.com/office/drawing/2014/main" id="{C079932B-E818-13A7-F35F-71DE24896A83}"/>
              </a:ext>
            </a:extLst>
          </p:cNvPr>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a:extLst>
              <a:ext uri="{FF2B5EF4-FFF2-40B4-BE49-F238E27FC236}">
                <a16:creationId xmlns:a16="http://schemas.microsoft.com/office/drawing/2014/main" id="{A655FC12-FC34-4236-D816-3A1EE04CEF67}"/>
              </a:ext>
            </a:extLst>
          </p:cNvPr>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nSpc>
                <a:spcPct val="115000"/>
              </a:lnSpc>
              <a:buClr>
                <a:srgbClr val="D93232"/>
              </a:buClr>
              <a:buSzPts val="1600"/>
            </a:pPr>
            <a:r>
              <a:rPr lang="it-IT" sz="1600" dirty="0"/>
              <a:t>Collegando la decima coppia (906,360,560 e 984,92,344), il circuito azzurro si fonde con quello verde. A questo punto, ci sono un circuito da 5 derivazioni, uno da 4 e due da 2, più 7 circuiti che contengono una derivazione ciascuno.</a:t>
            </a:r>
            <a:br>
              <a:rPr lang="it-IT" sz="1600" dirty="0"/>
            </a:br>
            <a:br>
              <a:rPr lang="it-IT" sz="1600" dirty="0"/>
            </a:br>
            <a:r>
              <a:rPr lang="it-IT" sz="1000" dirty="0">
                <a:highlight>
                  <a:srgbClr val="FFFF00"/>
                </a:highlight>
              </a:rPr>
              <a:t>162,817,812</a:t>
            </a:r>
            <a:r>
              <a:rPr lang="it-IT" sz="1000" dirty="0"/>
              <a:t>	57,618,57	</a:t>
            </a:r>
            <a:r>
              <a:rPr lang="it-IT" sz="1000" dirty="0">
                <a:highlight>
                  <a:srgbClr val="00FF00"/>
                </a:highlight>
              </a:rPr>
              <a:t>906,360,560</a:t>
            </a:r>
            <a:r>
              <a:rPr lang="it-IT" sz="1000" dirty="0"/>
              <a:t>	592,479,940	352,342,300</a:t>
            </a:r>
            <a:br>
              <a:rPr lang="it-IT" sz="1000" dirty="0"/>
            </a:br>
            <a:r>
              <a:rPr lang="it-IT" sz="1000" dirty="0"/>
              <a:t>466,668,158	542,29,236	</a:t>
            </a:r>
            <a:r>
              <a:rPr lang="it-IT" sz="1000" dirty="0">
                <a:highlight>
                  <a:srgbClr val="FFFF00"/>
                </a:highlight>
              </a:rPr>
              <a:t>431,825,988</a:t>
            </a:r>
            <a:r>
              <a:rPr lang="it-IT" sz="1000" dirty="0"/>
              <a:t>	</a:t>
            </a:r>
            <a:r>
              <a:rPr lang="it-IT" sz="1000" dirty="0">
                <a:highlight>
                  <a:srgbClr val="00FF00"/>
                </a:highlight>
              </a:rPr>
              <a:t>739,650,466</a:t>
            </a:r>
            <a:r>
              <a:rPr lang="it-IT" sz="1000" dirty="0"/>
              <a:t>	</a:t>
            </a:r>
            <a:r>
              <a:rPr lang="it-IT" sz="1000" dirty="0">
                <a:highlight>
                  <a:srgbClr val="FF00FF"/>
                </a:highlight>
              </a:rPr>
              <a:t>52,470,668</a:t>
            </a:r>
            <a:br>
              <a:rPr lang="it-IT" sz="1000" dirty="0"/>
            </a:br>
            <a:r>
              <a:rPr lang="it-IT" sz="1000" dirty="0"/>
              <a:t>216,146,977	</a:t>
            </a:r>
            <a:r>
              <a:rPr lang="it-IT" sz="1000" dirty="0">
                <a:highlight>
                  <a:srgbClr val="C0C0C0"/>
                </a:highlight>
              </a:rPr>
              <a:t>819,987,18</a:t>
            </a:r>
            <a:r>
              <a:rPr lang="it-IT" sz="1000" dirty="0"/>
              <a:t>	</a:t>
            </a:r>
            <a:r>
              <a:rPr lang="it-IT" sz="1000" dirty="0">
                <a:highlight>
                  <a:srgbClr val="FF00FF"/>
                </a:highlight>
              </a:rPr>
              <a:t>117,168,530</a:t>
            </a:r>
            <a:r>
              <a:rPr lang="it-IT" sz="1000" dirty="0"/>
              <a:t>	</a:t>
            </a:r>
            <a:r>
              <a:rPr lang="it-IT" sz="1000" dirty="0">
                <a:highlight>
                  <a:srgbClr val="00FF00"/>
                </a:highlight>
              </a:rPr>
              <a:t>805,96,715</a:t>
            </a:r>
            <a:r>
              <a:rPr lang="it-IT" sz="1000" dirty="0"/>
              <a:t>	</a:t>
            </a:r>
            <a:r>
              <a:rPr lang="it-IT" sz="1000" dirty="0">
                <a:highlight>
                  <a:srgbClr val="FFFF00"/>
                </a:highlight>
              </a:rPr>
              <a:t>346,949,466</a:t>
            </a:r>
            <a:br>
              <a:rPr lang="it-IT" sz="1000" dirty="0"/>
            </a:br>
            <a:r>
              <a:rPr lang="it-IT" sz="1000" dirty="0"/>
              <a:t>970,615,88	</a:t>
            </a:r>
            <a:r>
              <a:rPr lang="it-IT" sz="1000" dirty="0">
                <a:highlight>
                  <a:srgbClr val="C0C0C0"/>
                </a:highlight>
              </a:rPr>
              <a:t>941,993,340</a:t>
            </a:r>
            <a:r>
              <a:rPr lang="it-IT" sz="1000" dirty="0"/>
              <a:t>	</a:t>
            </a:r>
            <a:r>
              <a:rPr lang="it-IT" sz="1000" dirty="0">
                <a:highlight>
                  <a:srgbClr val="00FF00"/>
                </a:highlight>
              </a:rPr>
              <a:t>862,61,35</a:t>
            </a:r>
            <a:r>
              <a:rPr lang="it-IT" sz="1000" dirty="0"/>
              <a:t>	</a:t>
            </a:r>
            <a:r>
              <a:rPr lang="it-IT" sz="1000" dirty="0">
                <a:highlight>
                  <a:srgbClr val="00FF00"/>
                </a:highlight>
              </a:rPr>
              <a:t>984,92,344</a:t>
            </a:r>
            <a:r>
              <a:rPr lang="it-IT" sz="1000" dirty="0"/>
              <a:t>	</a:t>
            </a:r>
            <a:r>
              <a:rPr lang="it-IT" sz="1000" dirty="0">
                <a:highlight>
                  <a:srgbClr val="FFFF00"/>
                </a:highlight>
              </a:rPr>
              <a:t>425,690,689</a:t>
            </a:r>
            <a:br>
              <a:rPr lang="it-IT" sz="1600" dirty="0"/>
            </a:br>
            <a:br>
              <a:rPr lang="it-IT" sz="1600" dirty="0"/>
            </a:br>
            <a:endParaRPr lang="it-IT" sz="1600" dirty="0"/>
          </a:p>
        </p:txBody>
      </p:sp>
      <p:sp>
        <p:nvSpPr>
          <p:cNvPr id="3" name="Title 2">
            <a:extLst>
              <a:ext uri="{FF2B5EF4-FFF2-40B4-BE49-F238E27FC236}">
                <a16:creationId xmlns:a16="http://schemas.microsoft.com/office/drawing/2014/main" id="{CAAEDC8D-944B-63E0-9A80-E8CF1AB43CB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5085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0798E1-6065-E4AF-7A69-EBC6257933CD}"/>
            </a:ext>
          </a:extLst>
        </p:cNvPr>
        <p:cNvGrpSpPr/>
        <p:nvPr/>
      </p:nvGrpSpPr>
      <p:grpSpPr>
        <a:xfrm>
          <a:off x="0" y="0"/>
          <a:ext cx="0" cy="0"/>
          <a:chOff x="0" y="0"/>
          <a:chExt cx="0" cy="0"/>
        </a:xfrm>
      </p:grpSpPr>
      <p:pic>
        <p:nvPicPr>
          <p:cNvPr id="120" name="Google Shape;120;p30">
            <a:extLst>
              <a:ext uri="{FF2B5EF4-FFF2-40B4-BE49-F238E27FC236}">
                <a16:creationId xmlns:a16="http://schemas.microsoft.com/office/drawing/2014/main" id="{6F1C9834-1279-892F-13D5-1A52DC33FA52}"/>
              </a:ext>
            </a:extLst>
          </p:cNvPr>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a:extLst>
              <a:ext uri="{FF2B5EF4-FFF2-40B4-BE49-F238E27FC236}">
                <a16:creationId xmlns:a16="http://schemas.microsoft.com/office/drawing/2014/main" id="{9C826132-15D2-E134-650C-280CCB886A81}"/>
              </a:ext>
            </a:extLst>
          </p:cNvPr>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nSpc>
                <a:spcPct val="115000"/>
              </a:lnSpc>
              <a:buClr>
                <a:srgbClr val="D93232"/>
              </a:buClr>
              <a:buSzPts val="1600"/>
            </a:pPr>
            <a:r>
              <a:rPr lang="it-IT" sz="1600" dirty="0"/>
              <a:t>La risposta al primo quesito è il prodotto del numero di derivazioni dei tre circuiti più lunghi, ovvero:</a:t>
            </a:r>
            <a:br>
              <a:rPr lang="it-IT" sz="1600" dirty="0"/>
            </a:br>
            <a:br>
              <a:rPr lang="it-IT" sz="1600" dirty="0"/>
            </a:br>
            <a:br>
              <a:rPr lang="it-IT" sz="1600" dirty="0"/>
            </a:br>
            <a:br>
              <a:rPr lang="it-IT" sz="1600" dirty="0"/>
            </a:br>
            <a:r>
              <a:rPr lang="it-IT" sz="1600" dirty="0"/>
              <a:t>		</a:t>
            </a:r>
            <a:r>
              <a:rPr lang="it-IT" sz="4000" dirty="0"/>
              <a:t>5 * 4 * 2 = </a:t>
            </a:r>
            <a:r>
              <a:rPr lang="it-IT" sz="4000" b="1" dirty="0"/>
              <a:t>40</a:t>
            </a:r>
            <a:br>
              <a:rPr lang="it-IT" sz="1600" dirty="0"/>
            </a:br>
            <a:br>
              <a:rPr lang="it-IT" sz="1600" dirty="0"/>
            </a:br>
            <a:endParaRPr lang="it-IT" sz="1600" dirty="0"/>
          </a:p>
        </p:txBody>
      </p:sp>
      <p:sp>
        <p:nvSpPr>
          <p:cNvPr id="3" name="Title 2">
            <a:extLst>
              <a:ext uri="{FF2B5EF4-FFF2-40B4-BE49-F238E27FC236}">
                <a16:creationId xmlns:a16="http://schemas.microsoft.com/office/drawing/2014/main" id="{69F834B9-EFAD-AD50-003B-0951C22F5334}"/>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860603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0D94D666-51E0-08FC-C580-BF7E3089C3D7}"/>
            </a:ext>
          </a:extLst>
        </p:cNvPr>
        <p:cNvGrpSpPr/>
        <p:nvPr/>
      </p:nvGrpSpPr>
      <p:grpSpPr>
        <a:xfrm>
          <a:off x="0" y="0"/>
          <a:ext cx="0" cy="0"/>
          <a:chOff x="0" y="0"/>
          <a:chExt cx="0" cy="0"/>
        </a:xfrm>
      </p:grpSpPr>
      <p:pic>
        <p:nvPicPr>
          <p:cNvPr id="120" name="Google Shape;120;p30">
            <a:extLst>
              <a:ext uri="{FF2B5EF4-FFF2-40B4-BE49-F238E27FC236}">
                <a16:creationId xmlns:a16="http://schemas.microsoft.com/office/drawing/2014/main" id="{C850DF4E-E226-A14A-57E7-0346A69C83F1}"/>
              </a:ext>
            </a:extLst>
          </p:cNvPr>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a:extLst>
              <a:ext uri="{FF2B5EF4-FFF2-40B4-BE49-F238E27FC236}">
                <a16:creationId xmlns:a16="http://schemas.microsoft.com/office/drawing/2014/main" id="{7F3D3128-24EA-28C2-6D95-E56FE96DBFCF}"/>
              </a:ext>
            </a:extLst>
          </p:cNvPr>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gn="ctr">
              <a:lnSpc>
                <a:spcPct val="115000"/>
              </a:lnSpc>
              <a:buClr>
                <a:srgbClr val="D93232"/>
              </a:buClr>
              <a:buSzPts val="1600"/>
            </a:pPr>
            <a:br>
              <a:rPr lang="it-IT" sz="1600" dirty="0">
                <a:hlinkClick r:id="rId4" action="ppaction://hlinkfile"/>
              </a:rPr>
            </a:br>
            <a:br>
              <a:rPr lang="it-IT" sz="1600" dirty="0">
                <a:hlinkClick r:id="rId4" action="ppaction://hlinkfile"/>
              </a:rPr>
            </a:br>
            <a:br>
              <a:rPr lang="it-IT" sz="1600" dirty="0">
                <a:hlinkClick r:id="rId4" action="ppaction://hlinkfile"/>
              </a:rPr>
            </a:br>
            <a:br>
              <a:rPr lang="it-IT" sz="1600" dirty="0">
                <a:hlinkClick r:id="rId4" action="ppaction://hlinkfile"/>
              </a:rPr>
            </a:br>
            <a:br>
              <a:rPr lang="it-IT" sz="1600" dirty="0">
                <a:hlinkClick r:id="rId4" action="ppaction://hlinkfile"/>
              </a:rPr>
            </a:br>
            <a:r>
              <a:rPr lang="it-IT" sz="1600" dirty="0">
                <a:hlinkClick r:id="rId4" action="ppaction://hlinkfile"/>
              </a:rPr>
              <a:t>DEMO</a:t>
            </a:r>
            <a:br>
              <a:rPr lang="it-IT" sz="1600" dirty="0"/>
            </a:br>
            <a:br>
              <a:rPr lang="it-IT" sz="1600" dirty="0"/>
            </a:br>
            <a:endParaRPr lang="it-IT" sz="1600" dirty="0"/>
          </a:p>
        </p:txBody>
      </p:sp>
      <p:sp>
        <p:nvSpPr>
          <p:cNvPr id="3" name="Title 2">
            <a:extLst>
              <a:ext uri="{FF2B5EF4-FFF2-40B4-BE49-F238E27FC236}">
                <a16:creationId xmlns:a16="http://schemas.microsoft.com/office/drawing/2014/main" id="{4E873FD7-A121-80E8-3C4D-2D682DDE804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402982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6E4879CE-BA79-9AD7-A65F-A1D008468EE9}"/>
            </a:ext>
          </a:extLst>
        </p:cNvPr>
        <p:cNvGrpSpPr/>
        <p:nvPr/>
      </p:nvGrpSpPr>
      <p:grpSpPr>
        <a:xfrm>
          <a:off x="0" y="0"/>
          <a:ext cx="0" cy="0"/>
          <a:chOff x="0" y="0"/>
          <a:chExt cx="0" cy="0"/>
        </a:xfrm>
      </p:grpSpPr>
      <p:pic>
        <p:nvPicPr>
          <p:cNvPr id="120" name="Google Shape;120;p30">
            <a:extLst>
              <a:ext uri="{FF2B5EF4-FFF2-40B4-BE49-F238E27FC236}">
                <a16:creationId xmlns:a16="http://schemas.microsoft.com/office/drawing/2014/main" id="{C7DA085B-155C-7458-77C0-20AE78DF37C7}"/>
              </a:ext>
            </a:extLst>
          </p:cNvPr>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a:extLst>
              <a:ext uri="{FF2B5EF4-FFF2-40B4-BE49-F238E27FC236}">
                <a16:creationId xmlns:a16="http://schemas.microsoft.com/office/drawing/2014/main" id="{56A0CEF6-DB6E-E563-1B72-6092CC8EA769}"/>
              </a:ext>
            </a:extLst>
          </p:cNvPr>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nSpc>
                <a:spcPct val="115000"/>
              </a:lnSpc>
              <a:buClr>
                <a:srgbClr val="D93232"/>
              </a:buClr>
              <a:buSzPts val="1600"/>
            </a:pPr>
            <a:r>
              <a:rPr lang="it-IT" sz="1600" dirty="0"/>
              <a:t>Il problema reale, con un set di dati di 1000 coordinate, è il prodotto della lunghezza dei tre circuiti più lunghi ottenuti dopo aver collegato le 1000 coppie di scatole di derivazione più vicine.</a:t>
            </a:r>
            <a:br>
              <a:rPr lang="it-IT" sz="1600" dirty="0"/>
            </a:br>
            <a:br>
              <a:rPr lang="it-IT" sz="1600" dirty="0"/>
            </a:br>
            <a:endParaRPr lang="it-IT" sz="1600" dirty="0"/>
          </a:p>
        </p:txBody>
      </p:sp>
      <p:sp>
        <p:nvSpPr>
          <p:cNvPr id="3" name="Title 2">
            <a:extLst>
              <a:ext uri="{FF2B5EF4-FFF2-40B4-BE49-F238E27FC236}">
                <a16:creationId xmlns:a16="http://schemas.microsoft.com/office/drawing/2014/main" id="{D9287D89-F3E2-FBD2-7BAA-BA3BDE1770E8}"/>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275609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2490013-34E9-046A-363C-E5E3C67ED51D}"/>
            </a:ext>
          </a:extLst>
        </p:cNvPr>
        <p:cNvGrpSpPr/>
        <p:nvPr/>
      </p:nvGrpSpPr>
      <p:grpSpPr>
        <a:xfrm>
          <a:off x="0" y="0"/>
          <a:ext cx="0" cy="0"/>
          <a:chOff x="0" y="0"/>
          <a:chExt cx="0" cy="0"/>
        </a:xfrm>
      </p:grpSpPr>
      <p:pic>
        <p:nvPicPr>
          <p:cNvPr id="120" name="Google Shape;120;p30">
            <a:extLst>
              <a:ext uri="{FF2B5EF4-FFF2-40B4-BE49-F238E27FC236}">
                <a16:creationId xmlns:a16="http://schemas.microsoft.com/office/drawing/2014/main" id="{A017E9E8-BE12-16DB-4957-91BB4E329A87}"/>
              </a:ext>
            </a:extLst>
          </p:cNvPr>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a:extLst>
              <a:ext uri="{FF2B5EF4-FFF2-40B4-BE49-F238E27FC236}">
                <a16:creationId xmlns:a16="http://schemas.microsoft.com/office/drawing/2014/main" id="{550BD668-7494-C12A-7748-AB34BC29615E}"/>
              </a:ext>
            </a:extLst>
          </p:cNvPr>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nSpc>
                <a:spcPct val="115000"/>
              </a:lnSpc>
              <a:buClr>
                <a:srgbClr val="D93232"/>
              </a:buClr>
              <a:buSzPts val="1600"/>
            </a:pPr>
            <a:r>
              <a:rPr lang="it-IT" sz="1600" dirty="0"/>
              <a:t>Il problema reale, con un set di dati di 1000 coordinate, è il prodotto della lunghezza dei tre circuiti più lunghi ottenuti dopo aver collegato le 1000 coppie di scatole di derivazione più vicine.</a:t>
            </a:r>
            <a:br>
              <a:rPr lang="it-IT" sz="1600" dirty="0"/>
            </a:br>
            <a:r>
              <a:rPr lang="it-IT" sz="1600" dirty="0"/>
              <a:t>Nel mio caso, la risposta è la seguente: </a:t>
            </a:r>
            <a:br>
              <a:rPr lang="it-IT" sz="1600" dirty="0"/>
            </a:br>
            <a:br>
              <a:rPr lang="it-IT" sz="1600" dirty="0"/>
            </a:br>
            <a:br>
              <a:rPr lang="it-IT" sz="1600"/>
            </a:br>
            <a:r>
              <a:rPr lang="it-IT" sz="1600"/>
              <a:t>		</a:t>
            </a:r>
            <a:r>
              <a:rPr lang="it-IT" sz="4000"/>
              <a:t>73 </a:t>
            </a:r>
            <a:r>
              <a:rPr lang="it-IT" sz="4000" dirty="0"/>
              <a:t>* 52 * 26 = </a:t>
            </a:r>
            <a:r>
              <a:rPr lang="it-IT" sz="4000" b="1" dirty="0"/>
              <a:t>98696</a:t>
            </a:r>
            <a:br>
              <a:rPr lang="it-IT" sz="1600" dirty="0"/>
            </a:br>
            <a:br>
              <a:rPr lang="it-IT" sz="1600" dirty="0"/>
            </a:br>
            <a:endParaRPr lang="it-IT" sz="1600" dirty="0"/>
          </a:p>
        </p:txBody>
      </p:sp>
      <p:sp>
        <p:nvSpPr>
          <p:cNvPr id="3" name="Title 2">
            <a:extLst>
              <a:ext uri="{FF2B5EF4-FFF2-40B4-BE49-F238E27FC236}">
                <a16:creationId xmlns:a16="http://schemas.microsoft.com/office/drawing/2014/main" id="{BDFF7AB4-4F10-433D-5EF0-B0078A92FF6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5993366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D93232"/>
        </a:solidFill>
        <a:effectLst/>
      </p:bgPr>
    </p:bg>
    <p:spTree>
      <p:nvGrpSpPr>
        <p:cNvPr id="1" name="Shape 169"/>
        <p:cNvGrpSpPr/>
        <p:nvPr/>
      </p:nvGrpSpPr>
      <p:grpSpPr>
        <a:xfrm>
          <a:off x="0" y="0"/>
          <a:ext cx="0" cy="0"/>
          <a:chOff x="0" y="0"/>
          <a:chExt cx="0" cy="0"/>
        </a:xfrm>
      </p:grpSpPr>
      <p:sp>
        <p:nvSpPr>
          <p:cNvPr id="170" name="Google Shape;170;p36"/>
          <p:cNvSpPr txBox="1">
            <a:spLocks noGrp="1"/>
          </p:cNvSpPr>
          <p:nvPr>
            <p:ph type="ctrTitle"/>
          </p:nvPr>
        </p:nvSpPr>
        <p:spPr>
          <a:xfrm>
            <a:off x="311700" y="2894226"/>
            <a:ext cx="8520600" cy="1199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Grazie!</a:t>
            </a:r>
            <a:endParaRPr dirty="0"/>
          </a:p>
          <a:p>
            <a:pPr marL="0" lvl="0" indent="0" algn="ctr" rtl="0">
              <a:spcBef>
                <a:spcPts val="0"/>
              </a:spcBef>
              <a:spcAft>
                <a:spcPts val="0"/>
              </a:spcAft>
              <a:buNone/>
            </a:pPr>
            <a:endParaRPr dirty="0"/>
          </a:p>
          <a:p>
            <a:pPr marL="0" lvl="0" indent="0" algn="ctr" rtl="0">
              <a:spcBef>
                <a:spcPts val="0"/>
              </a:spcBef>
              <a:spcAft>
                <a:spcPts val="0"/>
              </a:spcAft>
              <a:buNone/>
            </a:pPr>
            <a:r>
              <a:rPr lang="en-US" sz="1700" u="sng" dirty="0">
                <a:solidFill>
                  <a:schemeClr val="hlink"/>
                </a:solidFill>
                <a:hlinkClick r:id="rId3"/>
              </a:rPr>
              <a:t>https://github.com/CodicePlastico/adventofcode2025</a:t>
            </a:r>
            <a:endParaRPr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18">
          <a:extLst>
            <a:ext uri="{FF2B5EF4-FFF2-40B4-BE49-F238E27FC236}">
              <a16:creationId xmlns:a16="http://schemas.microsoft.com/office/drawing/2014/main" id="{AB393A72-9547-5FE1-8B2B-A74B1C407027}"/>
            </a:ext>
          </a:extLst>
        </p:cNvPr>
        <p:cNvGrpSpPr/>
        <p:nvPr/>
      </p:nvGrpSpPr>
      <p:grpSpPr>
        <a:xfrm>
          <a:off x="0" y="0"/>
          <a:ext cx="0" cy="0"/>
          <a:chOff x="0" y="0"/>
          <a:chExt cx="0" cy="0"/>
        </a:xfrm>
      </p:grpSpPr>
      <p:pic>
        <p:nvPicPr>
          <p:cNvPr id="120" name="Google Shape;120;p30">
            <a:extLst>
              <a:ext uri="{FF2B5EF4-FFF2-40B4-BE49-F238E27FC236}">
                <a16:creationId xmlns:a16="http://schemas.microsoft.com/office/drawing/2014/main" id="{2909EF49-3950-1A1C-B031-E5833D147361}"/>
              </a:ext>
            </a:extLst>
          </p:cNvPr>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a:extLst>
              <a:ext uri="{FF2B5EF4-FFF2-40B4-BE49-F238E27FC236}">
                <a16:creationId xmlns:a16="http://schemas.microsoft.com/office/drawing/2014/main" id="{237F94CA-112C-B703-D08C-9DE6E4751487}"/>
              </a:ext>
            </a:extLst>
          </p:cNvPr>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nSpc>
                <a:spcPct val="115000"/>
              </a:lnSpc>
              <a:buClr>
                <a:srgbClr val="D93232"/>
              </a:buClr>
              <a:buSzPts val="1600"/>
            </a:pPr>
            <a:endParaRPr lang="it-IT" sz="1600" dirty="0"/>
          </a:p>
        </p:txBody>
      </p:sp>
      <p:sp>
        <p:nvSpPr>
          <p:cNvPr id="3" name="Title 2">
            <a:extLst>
              <a:ext uri="{FF2B5EF4-FFF2-40B4-BE49-F238E27FC236}">
                <a16:creationId xmlns:a16="http://schemas.microsoft.com/office/drawing/2014/main" id="{47AB41C3-D74B-66E7-A72C-2CBD539F7F0A}"/>
              </a:ext>
            </a:extLst>
          </p:cNvPr>
          <p:cNvSpPr>
            <a:spLocks noGrp="1"/>
          </p:cNvSpPr>
          <p:nvPr>
            <p:ph type="title"/>
          </p:nvPr>
        </p:nvSpPr>
        <p:spPr/>
        <p:txBody>
          <a:bodyPr/>
          <a:lstStyle/>
          <a:p>
            <a:endParaRPr lang="en-US" dirty="0"/>
          </a:p>
        </p:txBody>
      </p:sp>
      <p:pic>
        <p:nvPicPr>
          <p:cNvPr id="6" name="Picture 5" descr="A person in a black shirt&#10;&#10;AI-generated content may be incorrect.">
            <a:extLst>
              <a:ext uri="{FF2B5EF4-FFF2-40B4-BE49-F238E27FC236}">
                <a16:creationId xmlns:a16="http://schemas.microsoft.com/office/drawing/2014/main" id="{BADF1E65-490B-4EEC-43B4-BC6A832FE396}"/>
              </a:ext>
            </a:extLst>
          </p:cNvPr>
          <p:cNvPicPr>
            <a:picLocks noChangeAspect="1"/>
          </p:cNvPicPr>
          <p:nvPr/>
        </p:nvPicPr>
        <p:blipFill>
          <a:blip r:embed="rId4"/>
          <a:stretch>
            <a:fillRect/>
          </a:stretch>
        </p:blipFill>
        <p:spPr>
          <a:xfrm>
            <a:off x="636729" y="0"/>
            <a:ext cx="7715250" cy="5143500"/>
          </a:xfrm>
          <a:prstGeom prst="rect">
            <a:avLst/>
          </a:prstGeom>
        </p:spPr>
      </p:pic>
    </p:spTree>
    <p:extLst>
      <p:ext uri="{BB962C8B-B14F-4D97-AF65-F5344CB8AC3E}">
        <p14:creationId xmlns:p14="http://schemas.microsoft.com/office/powerpoint/2010/main" val="4287916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16D7244C-DD9B-31A8-CB72-658289628DE1}"/>
            </a:ext>
          </a:extLst>
        </p:cNvPr>
        <p:cNvGrpSpPr/>
        <p:nvPr/>
      </p:nvGrpSpPr>
      <p:grpSpPr>
        <a:xfrm>
          <a:off x="0" y="0"/>
          <a:ext cx="0" cy="0"/>
          <a:chOff x="0" y="0"/>
          <a:chExt cx="0" cy="0"/>
        </a:xfrm>
      </p:grpSpPr>
      <p:pic>
        <p:nvPicPr>
          <p:cNvPr id="120" name="Google Shape;120;p30">
            <a:extLst>
              <a:ext uri="{FF2B5EF4-FFF2-40B4-BE49-F238E27FC236}">
                <a16:creationId xmlns:a16="http://schemas.microsoft.com/office/drawing/2014/main" id="{DF887E67-D0F1-8EBB-DD6D-88D5E1E822BD}"/>
              </a:ext>
            </a:extLst>
          </p:cNvPr>
          <p:cNvPicPr preferRelativeResize="0"/>
          <p:nvPr/>
        </p:nvPicPr>
        <p:blipFill>
          <a:blip r:embed="rId3">
            <a:alphaModFix/>
          </a:blip>
          <a:stretch>
            <a:fillRect/>
          </a:stretch>
        </p:blipFill>
        <p:spPr>
          <a:xfrm>
            <a:off x="4116500" y="448013"/>
            <a:ext cx="911000" cy="911000"/>
          </a:xfrm>
          <a:prstGeom prst="rect">
            <a:avLst/>
          </a:prstGeom>
          <a:noFill/>
          <a:ln>
            <a:noFill/>
          </a:ln>
        </p:spPr>
      </p:pic>
      <p:sp>
        <p:nvSpPr>
          <p:cNvPr id="121" name="Google Shape;121;p30">
            <a:extLst>
              <a:ext uri="{FF2B5EF4-FFF2-40B4-BE49-F238E27FC236}">
                <a16:creationId xmlns:a16="http://schemas.microsoft.com/office/drawing/2014/main" id="{DB485F7D-35C9-43E8-A792-7A2823A664FC}"/>
              </a:ext>
            </a:extLst>
          </p:cNvPr>
          <p:cNvSpPr txBox="1">
            <a:spLocks noGrp="1"/>
          </p:cNvSpPr>
          <p:nvPr>
            <p:ph type="title" idx="2"/>
          </p:nvPr>
        </p:nvSpPr>
        <p:spPr>
          <a:xfrm>
            <a:off x="1128450" y="1508043"/>
            <a:ext cx="6887100" cy="2918622"/>
          </a:xfrm>
          <a:prstGeom prst="rect">
            <a:avLst/>
          </a:prstGeom>
        </p:spPr>
        <p:txBody>
          <a:bodyPr spcFirstLastPara="1" wrap="square" lIns="0" tIns="0" rIns="0" bIns="0" anchor="t" anchorCtr="0">
            <a:noAutofit/>
          </a:bodyPr>
          <a:lstStyle/>
          <a:p>
            <a:pPr marL="127000" lvl="0">
              <a:lnSpc>
                <a:spcPct val="115000"/>
              </a:lnSpc>
              <a:buClr>
                <a:srgbClr val="D93232"/>
              </a:buClr>
              <a:buSzPts val="1600"/>
            </a:pPr>
            <a:endParaRPr lang="it-IT" sz="1600" dirty="0"/>
          </a:p>
        </p:txBody>
      </p:sp>
      <p:sp>
        <p:nvSpPr>
          <p:cNvPr id="3" name="Title 2">
            <a:extLst>
              <a:ext uri="{FF2B5EF4-FFF2-40B4-BE49-F238E27FC236}">
                <a16:creationId xmlns:a16="http://schemas.microsoft.com/office/drawing/2014/main" id="{0EADDD0C-12C0-B7C6-A72C-CFB26777D89D}"/>
              </a:ext>
            </a:extLst>
          </p:cNvPr>
          <p:cNvSpPr>
            <a:spLocks noGrp="1"/>
          </p:cNvSpPr>
          <p:nvPr>
            <p:ph type="title"/>
          </p:nvPr>
        </p:nvSpPr>
        <p:spPr/>
        <p:txBody>
          <a:bodyPr/>
          <a:lstStyle/>
          <a:p>
            <a:endParaRPr lang="en-US" dirty="0"/>
          </a:p>
        </p:txBody>
      </p:sp>
      <p:pic>
        <p:nvPicPr>
          <p:cNvPr id="4" name="Picture 3" descr="A group of people holding signs&#10;&#10;AI-generated content may be incorrect.">
            <a:extLst>
              <a:ext uri="{FF2B5EF4-FFF2-40B4-BE49-F238E27FC236}">
                <a16:creationId xmlns:a16="http://schemas.microsoft.com/office/drawing/2014/main" id="{D231FF31-A45E-0A23-9D8E-2F831D35CE91}"/>
              </a:ext>
            </a:extLst>
          </p:cNvPr>
          <p:cNvPicPr>
            <a:picLocks noChangeAspect="1"/>
          </p:cNvPicPr>
          <p:nvPr/>
        </p:nvPicPr>
        <p:blipFill>
          <a:blip r:embed="rId4"/>
          <a:stretch>
            <a:fillRect/>
          </a:stretch>
        </p:blipFill>
        <p:spPr>
          <a:xfrm>
            <a:off x="0" y="0"/>
            <a:ext cx="9144000" cy="5143500"/>
          </a:xfrm>
          <a:prstGeom prst="rect">
            <a:avLst/>
          </a:prstGeom>
        </p:spPr>
      </p:pic>
    </p:spTree>
    <p:extLst>
      <p:ext uri="{BB962C8B-B14F-4D97-AF65-F5344CB8AC3E}">
        <p14:creationId xmlns:p14="http://schemas.microsoft.com/office/powerpoint/2010/main" val="16759992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D3C43-40CC-998E-FEDC-5AE9D4A2F378}"/>
              </a:ext>
            </a:extLst>
          </p:cNvPr>
          <p:cNvSpPr>
            <a:spLocks noGrp="1"/>
          </p:cNvSpPr>
          <p:nvPr>
            <p:ph type="title"/>
          </p:nvPr>
        </p:nvSpPr>
        <p:spPr/>
        <p:txBody>
          <a:bodyPr/>
          <a:lstStyle/>
          <a:p>
            <a:endParaRPr lang="en-US"/>
          </a:p>
        </p:txBody>
      </p:sp>
      <p:sp>
        <p:nvSpPr>
          <p:cNvPr id="3" name="Title 2">
            <a:extLst>
              <a:ext uri="{FF2B5EF4-FFF2-40B4-BE49-F238E27FC236}">
                <a16:creationId xmlns:a16="http://schemas.microsoft.com/office/drawing/2014/main" id="{786D5991-32C7-5FD7-88A5-894F83722BF1}"/>
              </a:ext>
            </a:extLst>
          </p:cNvPr>
          <p:cNvSpPr>
            <a:spLocks noGrp="1"/>
          </p:cNvSpPr>
          <p:nvPr>
            <p:ph type="title" idx="2"/>
          </p:nvPr>
        </p:nvSpPr>
        <p:spPr/>
        <p:txBody>
          <a:bodyPr/>
          <a:lstStyle/>
          <a:p>
            <a:endParaRPr lang="en-US" dirty="0"/>
          </a:p>
        </p:txBody>
      </p:sp>
      <p:pic>
        <p:nvPicPr>
          <p:cNvPr id="5" name="Picture 4" descr="A group of people sitting at a table with christmas trees">
            <a:extLst>
              <a:ext uri="{FF2B5EF4-FFF2-40B4-BE49-F238E27FC236}">
                <a16:creationId xmlns:a16="http://schemas.microsoft.com/office/drawing/2014/main" id="{62C3B966-63D7-CBB1-E6C8-1BF18B16272C}"/>
              </a:ext>
            </a:extLst>
          </p:cNvPr>
          <p:cNvPicPr>
            <a:picLocks noChangeAspect="1"/>
          </p:cNvPicPr>
          <p:nvPr/>
        </p:nvPicPr>
        <p:blipFill>
          <a:blip r:embed="rId2"/>
          <a:stretch>
            <a:fillRect/>
          </a:stretch>
        </p:blipFill>
        <p:spPr>
          <a:xfrm>
            <a:off x="0" y="0"/>
            <a:ext cx="9144000" cy="5143500"/>
          </a:xfrm>
          <a:prstGeom prst="rect">
            <a:avLst/>
          </a:prstGeom>
        </p:spPr>
      </p:pic>
      <p:sp>
        <p:nvSpPr>
          <p:cNvPr id="6" name="TextBox 5">
            <a:extLst>
              <a:ext uri="{FF2B5EF4-FFF2-40B4-BE49-F238E27FC236}">
                <a16:creationId xmlns:a16="http://schemas.microsoft.com/office/drawing/2014/main" id="{FA2ACF6E-4367-F5BB-CEC0-EB04AFDDA163}"/>
              </a:ext>
            </a:extLst>
          </p:cNvPr>
          <p:cNvSpPr txBox="1"/>
          <p:nvPr/>
        </p:nvSpPr>
        <p:spPr>
          <a:xfrm>
            <a:off x="2825087" y="2081283"/>
            <a:ext cx="2906973" cy="307777"/>
          </a:xfrm>
          <a:prstGeom prst="rect">
            <a:avLst/>
          </a:prstGeom>
          <a:noFill/>
        </p:spPr>
        <p:txBody>
          <a:bodyPr wrap="square" rtlCol="0">
            <a:spAutoFit/>
          </a:bodyPr>
          <a:lstStyle/>
          <a:p>
            <a:pPr algn="ctr"/>
            <a:r>
              <a:rPr lang="en-US" dirty="0"/>
              <a:t>22517595</a:t>
            </a:r>
          </a:p>
        </p:txBody>
      </p:sp>
    </p:spTree>
    <p:extLst>
      <p:ext uri="{BB962C8B-B14F-4D97-AF65-F5344CB8AC3E}">
        <p14:creationId xmlns:p14="http://schemas.microsoft.com/office/powerpoint/2010/main" val="615789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3786A-A8D4-E39A-6040-CAF789F111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01253-FE46-D45D-0EB8-E31ED195B874}"/>
              </a:ext>
            </a:extLst>
          </p:cNvPr>
          <p:cNvSpPr>
            <a:spLocks noGrp="1"/>
          </p:cNvSpPr>
          <p:nvPr>
            <p:ph type="title"/>
          </p:nvPr>
        </p:nvSpPr>
        <p:spPr/>
        <p:txBody>
          <a:bodyPr/>
          <a:lstStyle/>
          <a:p>
            <a:endParaRPr lang="en-US"/>
          </a:p>
        </p:txBody>
      </p:sp>
      <p:sp>
        <p:nvSpPr>
          <p:cNvPr id="3" name="Title 2">
            <a:extLst>
              <a:ext uri="{FF2B5EF4-FFF2-40B4-BE49-F238E27FC236}">
                <a16:creationId xmlns:a16="http://schemas.microsoft.com/office/drawing/2014/main" id="{73042E66-DCE8-B42B-FBFB-C580CD11179A}"/>
              </a:ext>
            </a:extLst>
          </p:cNvPr>
          <p:cNvSpPr>
            <a:spLocks noGrp="1"/>
          </p:cNvSpPr>
          <p:nvPr>
            <p:ph type="title" idx="2"/>
          </p:nvPr>
        </p:nvSpPr>
        <p:spPr/>
        <p:txBody>
          <a:bodyPr/>
          <a:lstStyle/>
          <a:p>
            <a:endParaRPr lang="en-US" dirty="0"/>
          </a:p>
        </p:txBody>
      </p:sp>
      <p:pic>
        <p:nvPicPr>
          <p:cNvPr id="5" name="Picture 4" descr="A group of people sitting at a table with christmas trees">
            <a:extLst>
              <a:ext uri="{FF2B5EF4-FFF2-40B4-BE49-F238E27FC236}">
                <a16:creationId xmlns:a16="http://schemas.microsoft.com/office/drawing/2014/main" id="{D399AFA6-7A26-6DF9-D99E-420DB48E5ED9}"/>
              </a:ext>
            </a:extLst>
          </p:cNvPr>
          <p:cNvPicPr>
            <a:picLocks noChangeAspect="1"/>
          </p:cNvPicPr>
          <p:nvPr/>
        </p:nvPicPr>
        <p:blipFill>
          <a:blip r:embed="rId2"/>
          <a:stretch>
            <a:fillRect/>
          </a:stretch>
        </p:blipFill>
        <p:spPr>
          <a:xfrm>
            <a:off x="0" y="0"/>
            <a:ext cx="9144000" cy="5143500"/>
          </a:xfrm>
          <a:prstGeom prst="rect">
            <a:avLst/>
          </a:prstGeom>
        </p:spPr>
      </p:pic>
      <p:sp>
        <p:nvSpPr>
          <p:cNvPr id="6" name="TextBox 5">
            <a:extLst>
              <a:ext uri="{FF2B5EF4-FFF2-40B4-BE49-F238E27FC236}">
                <a16:creationId xmlns:a16="http://schemas.microsoft.com/office/drawing/2014/main" id="{E831CE61-BD1E-DA61-DED4-C3ECD775AC7D}"/>
              </a:ext>
            </a:extLst>
          </p:cNvPr>
          <p:cNvSpPr txBox="1"/>
          <p:nvPr/>
        </p:nvSpPr>
        <p:spPr>
          <a:xfrm>
            <a:off x="2825087" y="2081283"/>
            <a:ext cx="2906973" cy="307777"/>
          </a:xfrm>
          <a:prstGeom prst="rect">
            <a:avLst/>
          </a:prstGeom>
          <a:noFill/>
        </p:spPr>
        <p:txBody>
          <a:bodyPr wrap="square" rtlCol="0">
            <a:spAutoFit/>
          </a:bodyPr>
          <a:lstStyle/>
          <a:p>
            <a:pPr algn="ctr"/>
            <a:r>
              <a:rPr lang="en-US" dirty="0"/>
              <a:t>9253260633</a:t>
            </a:r>
          </a:p>
        </p:txBody>
      </p:sp>
    </p:spTree>
    <p:extLst>
      <p:ext uri="{BB962C8B-B14F-4D97-AF65-F5344CB8AC3E}">
        <p14:creationId xmlns:p14="http://schemas.microsoft.com/office/powerpoint/2010/main" val="40591234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8DEA3-9DE1-EC99-2539-68D17CFAE4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9E8BF3-278C-357C-2FB7-763259A2A216}"/>
              </a:ext>
            </a:extLst>
          </p:cNvPr>
          <p:cNvSpPr>
            <a:spLocks noGrp="1"/>
          </p:cNvSpPr>
          <p:nvPr>
            <p:ph type="title"/>
          </p:nvPr>
        </p:nvSpPr>
        <p:spPr/>
        <p:txBody>
          <a:bodyPr/>
          <a:lstStyle/>
          <a:p>
            <a:endParaRPr lang="en-US"/>
          </a:p>
        </p:txBody>
      </p:sp>
      <p:sp>
        <p:nvSpPr>
          <p:cNvPr id="3" name="Title 2">
            <a:extLst>
              <a:ext uri="{FF2B5EF4-FFF2-40B4-BE49-F238E27FC236}">
                <a16:creationId xmlns:a16="http://schemas.microsoft.com/office/drawing/2014/main" id="{6B0C84DA-B0ED-6E75-49E3-FAD0ABC22CDD}"/>
              </a:ext>
            </a:extLst>
          </p:cNvPr>
          <p:cNvSpPr>
            <a:spLocks noGrp="1"/>
          </p:cNvSpPr>
          <p:nvPr>
            <p:ph type="title" idx="2"/>
          </p:nvPr>
        </p:nvSpPr>
        <p:spPr/>
        <p:txBody>
          <a:bodyPr/>
          <a:lstStyle/>
          <a:p>
            <a:endParaRPr lang="en-US" dirty="0"/>
          </a:p>
        </p:txBody>
      </p:sp>
      <p:pic>
        <p:nvPicPr>
          <p:cNvPr id="5" name="Picture 4" descr="A group of people sitting at a table with christmas trees">
            <a:extLst>
              <a:ext uri="{FF2B5EF4-FFF2-40B4-BE49-F238E27FC236}">
                <a16:creationId xmlns:a16="http://schemas.microsoft.com/office/drawing/2014/main" id="{270178BD-5887-AE4B-E1A6-AA87DAF4E433}"/>
              </a:ext>
            </a:extLst>
          </p:cNvPr>
          <p:cNvPicPr>
            <a:picLocks noChangeAspect="1"/>
          </p:cNvPicPr>
          <p:nvPr/>
        </p:nvPicPr>
        <p:blipFill>
          <a:blip r:embed="rId2"/>
          <a:stretch>
            <a:fillRect/>
          </a:stretch>
        </p:blipFill>
        <p:spPr>
          <a:xfrm>
            <a:off x="0" y="0"/>
            <a:ext cx="9144000" cy="5143500"/>
          </a:xfrm>
          <a:prstGeom prst="rect">
            <a:avLst/>
          </a:prstGeom>
        </p:spPr>
      </p:pic>
      <p:sp>
        <p:nvSpPr>
          <p:cNvPr id="6" name="TextBox 5">
            <a:extLst>
              <a:ext uri="{FF2B5EF4-FFF2-40B4-BE49-F238E27FC236}">
                <a16:creationId xmlns:a16="http://schemas.microsoft.com/office/drawing/2014/main" id="{7B4A365B-CB0A-EF7B-DD61-56F155EFE625}"/>
              </a:ext>
            </a:extLst>
          </p:cNvPr>
          <p:cNvSpPr txBox="1"/>
          <p:nvPr/>
        </p:nvSpPr>
        <p:spPr>
          <a:xfrm>
            <a:off x="2825087" y="2081283"/>
            <a:ext cx="2906973" cy="307777"/>
          </a:xfrm>
          <a:prstGeom prst="rect">
            <a:avLst/>
          </a:prstGeom>
          <a:noFill/>
        </p:spPr>
        <p:txBody>
          <a:bodyPr wrap="square" rtlCol="0">
            <a:spAutoFit/>
          </a:bodyPr>
          <a:lstStyle/>
          <a:p>
            <a:pPr algn="ctr"/>
            <a:r>
              <a:rPr lang="en-US" dirty="0"/>
              <a:t>7893123992</a:t>
            </a:r>
          </a:p>
        </p:txBody>
      </p:sp>
    </p:spTree>
    <p:extLst>
      <p:ext uri="{BB962C8B-B14F-4D97-AF65-F5344CB8AC3E}">
        <p14:creationId xmlns:p14="http://schemas.microsoft.com/office/powerpoint/2010/main" val="4064731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4504C-6791-1DB3-FE7C-48CDB67B87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81182B-4FFD-280C-25B7-8063EE9806F4}"/>
              </a:ext>
            </a:extLst>
          </p:cNvPr>
          <p:cNvSpPr>
            <a:spLocks noGrp="1"/>
          </p:cNvSpPr>
          <p:nvPr>
            <p:ph type="title"/>
          </p:nvPr>
        </p:nvSpPr>
        <p:spPr/>
        <p:txBody>
          <a:bodyPr/>
          <a:lstStyle/>
          <a:p>
            <a:endParaRPr lang="en-US"/>
          </a:p>
        </p:txBody>
      </p:sp>
      <p:sp>
        <p:nvSpPr>
          <p:cNvPr id="3" name="Title 2">
            <a:extLst>
              <a:ext uri="{FF2B5EF4-FFF2-40B4-BE49-F238E27FC236}">
                <a16:creationId xmlns:a16="http://schemas.microsoft.com/office/drawing/2014/main" id="{232F862C-4825-6803-47C3-C723D8769315}"/>
              </a:ext>
            </a:extLst>
          </p:cNvPr>
          <p:cNvSpPr>
            <a:spLocks noGrp="1"/>
          </p:cNvSpPr>
          <p:nvPr>
            <p:ph type="title" idx="2"/>
          </p:nvPr>
        </p:nvSpPr>
        <p:spPr/>
        <p:txBody>
          <a:bodyPr/>
          <a:lstStyle/>
          <a:p>
            <a:endParaRPr lang="en-US" dirty="0"/>
          </a:p>
        </p:txBody>
      </p:sp>
      <p:pic>
        <p:nvPicPr>
          <p:cNvPr id="5" name="Picture 4" descr="A group of people sitting at a table with christmas trees">
            <a:extLst>
              <a:ext uri="{FF2B5EF4-FFF2-40B4-BE49-F238E27FC236}">
                <a16:creationId xmlns:a16="http://schemas.microsoft.com/office/drawing/2014/main" id="{F597B5A0-62C0-1862-BE1F-C22FB8B63BE7}"/>
              </a:ext>
            </a:extLst>
          </p:cNvPr>
          <p:cNvPicPr>
            <a:picLocks noChangeAspect="1"/>
          </p:cNvPicPr>
          <p:nvPr/>
        </p:nvPicPr>
        <p:blipFill>
          <a:blip r:embed="rId2"/>
          <a:stretch>
            <a:fillRect/>
          </a:stretch>
        </p:blipFill>
        <p:spPr>
          <a:xfrm>
            <a:off x="0" y="0"/>
            <a:ext cx="9144000" cy="5143500"/>
          </a:xfrm>
          <a:prstGeom prst="rect">
            <a:avLst/>
          </a:prstGeom>
        </p:spPr>
      </p:pic>
      <p:sp>
        <p:nvSpPr>
          <p:cNvPr id="6" name="TextBox 5">
            <a:extLst>
              <a:ext uri="{FF2B5EF4-FFF2-40B4-BE49-F238E27FC236}">
                <a16:creationId xmlns:a16="http://schemas.microsoft.com/office/drawing/2014/main" id="{763D66F2-09A9-CFC9-B986-64151801FBC8}"/>
              </a:ext>
            </a:extLst>
          </p:cNvPr>
          <p:cNvSpPr txBox="1"/>
          <p:nvPr/>
        </p:nvSpPr>
        <p:spPr>
          <a:xfrm>
            <a:off x="2825087" y="2081283"/>
            <a:ext cx="2906973" cy="307777"/>
          </a:xfrm>
          <a:prstGeom prst="rect">
            <a:avLst/>
          </a:prstGeom>
          <a:noFill/>
        </p:spPr>
        <p:txBody>
          <a:bodyPr wrap="square" rtlCol="0">
            <a:spAutoFit/>
          </a:bodyPr>
          <a:lstStyle/>
          <a:p>
            <a:pPr algn="ctr"/>
            <a:r>
              <a:rPr lang="en-US" dirty="0"/>
              <a:t>36045012</a:t>
            </a:r>
          </a:p>
        </p:txBody>
      </p:sp>
    </p:spTree>
    <p:extLst>
      <p:ext uri="{BB962C8B-B14F-4D97-AF65-F5344CB8AC3E}">
        <p14:creationId xmlns:p14="http://schemas.microsoft.com/office/powerpoint/2010/main" val="13274263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CF822-3B5F-2C61-6C92-04267E9EC2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E1EBCA-B8EE-8F56-42C6-9EF2A5C604DF}"/>
              </a:ext>
            </a:extLst>
          </p:cNvPr>
          <p:cNvSpPr>
            <a:spLocks noGrp="1"/>
          </p:cNvSpPr>
          <p:nvPr>
            <p:ph type="title"/>
          </p:nvPr>
        </p:nvSpPr>
        <p:spPr/>
        <p:txBody>
          <a:bodyPr/>
          <a:lstStyle/>
          <a:p>
            <a:endParaRPr lang="en-US"/>
          </a:p>
        </p:txBody>
      </p:sp>
      <p:sp>
        <p:nvSpPr>
          <p:cNvPr id="3" name="Title 2">
            <a:extLst>
              <a:ext uri="{FF2B5EF4-FFF2-40B4-BE49-F238E27FC236}">
                <a16:creationId xmlns:a16="http://schemas.microsoft.com/office/drawing/2014/main" id="{C9891C57-B403-09E3-716D-7FA3D34172C1}"/>
              </a:ext>
            </a:extLst>
          </p:cNvPr>
          <p:cNvSpPr>
            <a:spLocks noGrp="1"/>
          </p:cNvSpPr>
          <p:nvPr>
            <p:ph type="title" idx="2"/>
          </p:nvPr>
        </p:nvSpPr>
        <p:spPr/>
        <p:txBody>
          <a:bodyPr/>
          <a:lstStyle/>
          <a:p>
            <a:endParaRPr lang="en-US" dirty="0"/>
          </a:p>
        </p:txBody>
      </p:sp>
      <p:pic>
        <p:nvPicPr>
          <p:cNvPr id="5" name="Picture 4" descr="A group of people sitting at a table with christmas trees">
            <a:extLst>
              <a:ext uri="{FF2B5EF4-FFF2-40B4-BE49-F238E27FC236}">
                <a16:creationId xmlns:a16="http://schemas.microsoft.com/office/drawing/2014/main" id="{C695A4C2-EA3E-C449-75A3-1F96F78BAFB9}"/>
              </a:ext>
            </a:extLst>
          </p:cNvPr>
          <p:cNvPicPr>
            <a:picLocks noChangeAspect="1"/>
          </p:cNvPicPr>
          <p:nvPr/>
        </p:nvPicPr>
        <p:blipFill>
          <a:blip r:embed="rId2"/>
          <a:stretch>
            <a:fillRect/>
          </a:stretch>
        </p:blipFill>
        <p:spPr>
          <a:xfrm>
            <a:off x="0" y="0"/>
            <a:ext cx="9144000" cy="5143500"/>
          </a:xfrm>
          <a:prstGeom prst="rect">
            <a:avLst/>
          </a:prstGeom>
        </p:spPr>
      </p:pic>
      <p:sp>
        <p:nvSpPr>
          <p:cNvPr id="6" name="TextBox 5">
            <a:extLst>
              <a:ext uri="{FF2B5EF4-FFF2-40B4-BE49-F238E27FC236}">
                <a16:creationId xmlns:a16="http://schemas.microsoft.com/office/drawing/2014/main" id="{4970A83D-D063-ABA1-59ED-EEB2A476E9B1}"/>
              </a:ext>
            </a:extLst>
          </p:cNvPr>
          <p:cNvSpPr txBox="1"/>
          <p:nvPr/>
        </p:nvSpPr>
        <p:spPr>
          <a:xfrm>
            <a:off x="2825087" y="2081283"/>
            <a:ext cx="2906973" cy="307777"/>
          </a:xfrm>
          <a:prstGeom prst="rect">
            <a:avLst/>
          </a:prstGeom>
          <a:noFill/>
        </p:spPr>
        <p:txBody>
          <a:bodyPr wrap="square" rtlCol="0">
            <a:spAutoFit/>
          </a:bodyPr>
          <a:lstStyle/>
          <a:p>
            <a:pPr algn="ctr"/>
            <a:r>
              <a:rPr lang="en-US" dirty="0"/>
              <a:t>44543856</a:t>
            </a:r>
          </a:p>
        </p:txBody>
      </p:sp>
    </p:spTree>
    <p:extLst>
      <p:ext uri="{BB962C8B-B14F-4D97-AF65-F5344CB8AC3E}">
        <p14:creationId xmlns:p14="http://schemas.microsoft.com/office/powerpoint/2010/main" val="194030875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2189</TotalTime>
  <Words>1278</Words>
  <Application>Microsoft Office PowerPoint</Application>
  <PresentationFormat>On-screen Show (16:9)</PresentationFormat>
  <Paragraphs>30</Paragraphs>
  <Slides>27</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Barlow Condensed Light</vt:lpstr>
      <vt:lpstr>Barlow Condensed SemiBold</vt:lpstr>
      <vt:lpstr>Comic Mono</vt:lpstr>
      <vt:lpstr>Anonymous Pro</vt:lpstr>
      <vt:lpstr>Barlow Condensed Medium</vt:lpstr>
      <vt:lpstr>Arial</vt:lpstr>
      <vt:lpstr>Barlow Condensed</vt:lpstr>
      <vt:lpstr>Simple Light</vt:lpstr>
      <vt:lpstr>Advent of Code 2025 – Day 8 When all you have is a hammer, everything looks suspiciously like a nail</vt:lpstr>
      <vt:lpstr>PowerPoint Presentation</vt:lpstr>
      <vt:lpstr>Gli elfi stanno cercando di capire quali scatole di derivazione collegare in modo che l'elettricità possa raggiungere tutte le scatole di derivazione. Hanno anche un elenco di tutte le posizioni delle scatole di derivazione nello spazio 3D. Ad esempio:  162,817,812 57,618,57 906,360,560 592,479,940 352,342,300 466,668,158 542,29,236 431,825,988 739,650,466 52,470,668 216,146,977 819,987,18 117,168,530 805,96,715 346,949,466 970,615,88 941,993,340 862,61,35 984,92,344 425,690,689  Questo elenco descrive la posizione di 20 scatole di derivazione, una per ciascuna terna di valori. </vt:lpstr>
      <vt:lpstr>Per risparmiare sulle luci a filo, gli Elfi vorrebbero concentrarsi sul collegamento di coppie di scatole di derivazione che siano il più vicine possibile tra loro in linea retta. In questo esempio, le due scatole di derivazione più vicine tra loro sono la 162,817,812 e la 425,690,689.  162,817,812 57,618,57 906,360,560 592,479,940 352,342,300 466,668,158 542,29,236 431,825,988 739,650,466 52,470,668 216,146,977 819,987,18 117,168,530 805,96,715 346,949,466 970,615,88 941,993,340 862,61,35 984,92,344 425,690,689 </vt:lpstr>
      <vt:lpstr>Per risparmiare sulle luci a filo, gli Elfi vorrebbero concentrarsi sul collegamento di coppie di scatole di derivazione che siano il più vicine possibile tra loro in linea retta. In questo esempio, le due scatole di derivazione più vicine tra loro sono la 162,817,812 e la 425,690,689.  162,817,812 57,618,57 906,360,560 592,479,940 352,342,300 466,668,158 542,29,236 431,825,988 739,650,466 52,470,668 216,146,977 819,987,18 117,168,530 805,96,715 346,949,466 970,615,88 941,993,340 862,61,35 984,92,344 425,690,689 </vt:lpstr>
      <vt:lpstr>Per risparmiare sulle luci a filo, gli Elfi vorrebbero concentrarsi sul collegamento di coppie di scatole di derivazione che siano il più vicine possibile tra loro in linea retta. In questo esempio, le due scatole di derivazione più vicine tra loro sono la 162,817,812 e la 425,690,689.  162,817,812 57,618,57 906,360,560 592,479,940 352,342,300 466,668,158 542,29,236 431,825,988 739,650,466 52,470,668 216,146,977 819,987,18 117,168,530 805,96,715 346,949,466 970,615,88 941,993,340 862,61,35 984,92,344 425,690,689  Ora, le due scatole di derivazione più vicine tra loro ma non ancora collegate direttamente sono 162,817,812 e 431,825,988 </vt:lpstr>
      <vt:lpstr>Dopo averle collegate, poiché 162.817.812 è già collegata a un'altra scatola di derivazione, ora c'è un unico circuito che contiene tre scatole di derivazione e altri 17 circuiti che contengono una scatola di derivazione ciascuno.  162,817,812 57,618,57 906,360,560 592,479,940 352,342,300 466,668,158 542,29,236 431,825,988 739,650,466 52,470,668 216,146,977 819,987,18 117,168,530 805,96,715 346,949,466 970,615,88 941,993,340 862,61,35 984,92,344 425,690,689 </vt:lpstr>
      <vt:lpstr>Dopo averle collegate, poiché 162.817.812 è già collegata a un'altra scatola di derivazione, ora c'è un unico circuito che contiene tre scatole di derivazione e altri 17 circuiti che contengono una scatola di derivazione ciascuno.  162,817,812 57,618,57 906,360,560 592,479,940 352,342,300 466,668,158 542,29,236 431,825,988 739,650,466 52,470,668 216,146,977 819,987,18 117,168,530 805,96,715 346,949,466 970,615,88 941,993,340 862,61,35 984,92,344 425,690,689  Le prossime due scatole di derivazione da collegare sono 906,360,560 e 805,96,715. </vt:lpstr>
      <vt:lpstr>Dopo averle collegate, si ottiene un circuito contenente 3 scatole di derivazione, un circuito contenente 2 scatole di derivazione e 15 circuiti contenenti una scatola di derivazione ciascuno.   162,817,812 57,618,57 906,360,560 592,479,940 352,342,300 466,668,158 542,29,236 431,825,988 739,650,466 52,470,668 216,146,977 819,987,18 117,168,530 805,96,715 346,949,466 970,615,88 941,993,340 862,61,359 84,92,344 425,690,689  Le due scatole di derivazione successive sono 431.825.988 e 425.690.689. Poiché queste due scatole di derivazione erano già nello stesso circuito, non succede nulla!</vt:lpstr>
      <vt:lpstr>Collegando la coppia successiva (862,81,35 e 984,92,344), otteniamo un terzo circuito contenente due scatole di derivazione.   162,817,812 57,618,57 906,360,560 592,479,940 352,342,300 466,668,158 542,29,236 431,825,988 739,650,466 52,470,668 216,146,977 819,987,18 117,168,530 805,96,715 346,949,466 970,615,88 941,993,340 862,61,35 984,92,344 425,690,689  </vt:lpstr>
      <vt:lpstr>Collegando la coppia successiva (52,470,668 e 117,168,530), otteniamo un quarto circuito contenente due scatole di derivazione.   162,817,812 57,618,57 906,360,560 592,479,940 352,342,300 466,668,158 542,29,236 431,825,988 739,650,466 52,470,668 216,146,977 819,987,18 117,168,530 805,96,715 346,949,466 970,615,88 941,993,340 862,61,35 984,92,344 425,690,689  </vt:lpstr>
      <vt:lpstr>Collegando la coppia successiva (819,987,18 e 941,993,340), otteniamo un quinto circuito contenente due scatole di derivazione.   162,817,812 57,618,57 906,360,560 592,479,940 352,342,300 466,668,158 542,29,236 431,825,988 739,650,466 52,470,668 216,146,977 819,987,18 117,168,530 805,96,715 346,949,466 970,615,88 941,993,340 862,61,35 984,92,344 425,690,689  </vt:lpstr>
      <vt:lpstr>Collegando la coppia successiva (906,360,560 e 739,650,466), il circuito verde acquista una nuova scatola di derivazione.   162,817,812 57,618,57 906,360,560 592,479,940 352,342,300 466,668,158 542,29,236 431,825,988 739,650,466 52,470,668 216,146,977 819,987,18 117,168,530 805,96,715 346,949,466 970,615,88 941,993,340 862,61,35 984,92,344 425,690,689  </vt:lpstr>
      <vt:lpstr>Collegando la coppia successiva (346,949,466 e 425,690,689), il circuito giallo acquista una nuova scatola di derivazione.   162,817,812 57,618,57 906,360,560 592,479,940 352,342,300 466,668,158 542,29,236 431,825,988 739,650,466 52,470,668 216,146,977 819,987,18 117,168,530 805,96,715 346,949,466 970,615,88 941,993,340 862,61,35 984,92,344 425,690,689  </vt:lpstr>
      <vt:lpstr>Collegando la decima coppia (906,360,560 e 984,92,344), il circuito azzurro si fonde con quello verde. A questo punto, ci sono un circuito da 5 derivazioni, uno da 4 e due da 2, più 7 circuiti che contengono una derivazione ciascuno.  162,817,812 57,618,57 906,360,560 592,479,940 352,342,300 466,668,158 542,29,236 431,825,988 739,650,466 52,470,668 216,146,977 819,987,18 117,168,530 805,96,715 346,949,466 970,615,88 941,993,340 862,61,35 984,92,344 425,690,689  </vt:lpstr>
      <vt:lpstr>La risposta al primo quesito è il prodotto del numero di derivazioni dei tre circuiti più lunghi, ovvero:      5 * 4 * 2 = 40  </vt:lpstr>
      <vt:lpstr>     DEMO  </vt:lpstr>
      <vt:lpstr>Il problema reale, con un set di dati di 1000 coordinate, è il prodotto della lunghezza dei tre circuiti più lunghi ottenuti dopo aver collegato le 1000 coppie di scatole di derivazione più vicine.  </vt:lpstr>
      <vt:lpstr>Il problema reale, con un set di dati di 1000 coordinate, è il prodotto della lunghezza dei tre circuiti più lunghi ottenuti dopo aver collegato le 1000 coppie di scatole di derivazione più vicine. Nel mio caso, la risposta è la seguente:      73 * 52 * 26 = 98696  </vt:lpstr>
      <vt:lpstr>Grazie!  https://github.com/CodicePlastico/adventofcode2025</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Alberto Turelli</dc:creator>
  <cp:lastModifiedBy>Alberto Turelli</cp:lastModifiedBy>
  <cp:revision>60</cp:revision>
  <dcterms:modified xsi:type="dcterms:W3CDTF">2025-12-11T18:43:49Z</dcterms:modified>
</cp:coreProperties>
</file>